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87" r:id="rId2"/>
    <p:sldId id="388" r:id="rId3"/>
    <p:sldId id="428" r:id="rId4"/>
    <p:sldId id="429" r:id="rId5"/>
    <p:sldId id="431" r:id="rId6"/>
    <p:sldId id="430" r:id="rId7"/>
    <p:sldId id="433" r:id="rId8"/>
    <p:sldId id="432" r:id="rId9"/>
    <p:sldId id="436" r:id="rId10"/>
    <p:sldId id="434" r:id="rId11"/>
    <p:sldId id="442" r:id="rId12"/>
    <p:sldId id="435" r:id="rId13"/>
    <p:sldId id="437" r:id="rId14"/>
    <p:sldId id="438" r:id="rId15"/>
    <p:sldId id="439" r:id="rId16"/>
    <p:sldId id="440" r:id="rId17"/>
    <p:sldId id="443" r:id="rId18"/>
    <p:sldId id="441" r:id="rId19"/>
    <p:sldId id="418" r:id="rId20"/>
    <p:sldId id="423" r:id="rId21"/>
    <p:sldId id="421" r:id="rId22"/>
    <p:sldId id="425" r:id="rId23"/>
    <p:sldId id="426" r:id="rId24"/>
  </p:sldIdLst>
  <p:sldSz cx="24384000" cy="13716000"/>
  <p:notesSz cx="6858000" cy="9144000"/>
  <p:defaultTextStyle>
    <a:lvl1pPr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1pPr>
    <a:lvl2pPr indent="228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2pPr>
    <a:lvl3pPr indent="457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3pPr>
    <a:lvl4pPr indent="685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4pPr>
    <a:lvl5pPr indent="9144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5pPr>
    <a:lvl6pPr indent="11430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6pPr>
    <a:lvl7pPr indent="1371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7pPr>
    <a:lvl8pPr indent="1600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8pPr>
    <a:lvl9pPr indent="1828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704"/>
  </p:normalViewPr>
  <p:slideViewPr>
    <p:cSldViewPr snapToGrid="0" snapToObjects="1">
      <p:cViewPr varScale="1">
        <p:scale>
          <a:sx n="41" d="100"/>
          <a:sy n="41" d="100"/>
        </p:scale>
        <p:origin x="696" y="3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 Computer Academy" userId="08476b32c11f4418" providerId="LiveId" clId="{7AC93BB7-96BA-42E8-9A4F-FB065E228D69}"/>
    <pc:docChg chg="custSel addSld delSld modSld">
      <pc:chgData name="Sharma Computer Academy" userId="08476b32c11f4418" providerId="LiveId" clId="{7AC93BB7-96BA-42E8-9A4F-FB065E228D69}" dt="2022-12-12T16:23:41.097" v="948" actId="20577"/>
      <pc:docMkLst>
        <pc:docMk/>
      </pc:docMkLst>
      <pc:sldChg chg="modSp mod">
        <pc:chgData name="Sharma Computer Academy" userId="08476b32c11f4418" providerId="LiveId" clId="{7AC93BB7-96BA-42E8-9A4F-FB065E228D69}" dt="2022-12-09T05:45:54.764" v="19" actId="20577"/>
        <pc:sldMkLst>
          <pc:docMk/>
          <pc:sldMk cId="0" sldId="388"/>
        </pc:sldMkLst>
        <pc:spChg chg="mod">
          <ac:chgData name="Sharma Computer Academy" userId="08476b32c11f4418" providerId="LiveId" clId="{7AC93BB7-96BA-42E8-9A4F-FB065E228D69}" dt="2022-12-09T05:45:54.764" v="19" actId="20577"/>
          <ac:spMkLst>
            <pc:docMk/>
            <pc:sldMk cId="0" sldId="388"/>
            <ac:spMk id="38" creationId="{00000000-0000-0000-0000-000000000000}"/>
          </ac:spMkLst>
        </pc:spChg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396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397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398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399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0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1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2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3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4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5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6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7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8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09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10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11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12"/>
        </pc:sldMkLst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17"/>
        </pc:sldMkLst>
      </pc:sldChg>
      <pc:sldChg chg="modSp mod">
        <pc:chgData name="Sharma Computer Academy" userId="08476b32c11f4418" providerId="LiveId" clId="{7AC93BB7-96BA-42E8-9A4F-FB065E228D69}" dt="2022-12-09T05:46:18.907" v="20" actId="20577"/>
        <pc:sldMkLst>
          <pc:docMk/>
          <pc:sldMk cId="2677700805" sldId="418"/>
        </pc:sldMkLst>
        <pc:spChg chg="mod">
          <ac:chgData name="Sharma Computer Academy" userId="08476b32c11f4418" providerId="LiveId" clId="{7AC93BB7-96BA-42E8-9A4F-FB065E228D69}" dt="2022-12-09T05:46:18.907" v="20" actId="20577"/>
          <ac:spMkLst>
            <pc:docMk/>
            <pc:sldMk cId="2677700805" sldId="418"/>
            <ac:spMk id="12" creationId="{00000000-0000-0000-0000-000000000000}"/>
          </ac:spMkLst>
        </pc:spChg>
      </pc:sldChg>
      <pc:sldChg chg="modSp mod">
        <pc:chgData name="Sharma Computer Academy" userId="08476b32c11f4418" providerId="LiveId" clId="{7AC93BB7-96BA-42E8-9A4F-FB065E228D69}" dt="2022-12-09T05:46:24.086" v="24" actId="20577"/>
        <pc:sldMkLst>
          <pc:docMk/>
          <pc:sldMk cId="0" sldId="421"/>
        </pc:sldMkLst>
        <pc:spChg chg="mod">
          <ac:chgData name="Sharma Computer Academy" userId="08476b32c11f4418" providerId="LiveId" clId="{7AC93BB7-96BA-42E8-9A4F-FB065E228D69}" dt="2022-12-09T05:46:24.086" v="24" actId="20577"/>
          <ac:spMkLst>
            <pc:docMk/>
            <pc:sldMk cId="0" sldId="421"/>
            <ac:spMk id="12" creationId="{00000000-0000-0000-0000-000000000000}"/>
          </ac:spMkLst>
        </pc:spChg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0" sldId="422"/>
        </pc:sldMkLst>
      </pc:sldChg>
      <pc:sldChg chg="modSp mod">
        <pc:chgData name="Sharma Computer Academy" userId="08476b32c11f4418" providerId="LiveId" clId="{7AC93BB7-96BA-42E8-9A4F-FB065E228D69}" dt="2022-12-09T05:46:20.810" v="21" actId="20577"/>
        <pc:sldMkLst>
          <pc:docMk/>
          <pc:sldMk cId="0" sldId="423"/>
        </pc:sldMkLst>
        <pc:spChg chg="mod">
          <ac:chgData name="Sharma Computer Academy" userId="08476b32c11f4418" providerId="LiveId" clId="{7AC93BB7-96BA-42E8-9A4F-FB065E228D69}" dt="2022-12-09T05:46:20.810" v="21" actId="20577"/>
          <ac:spMkLst>
            <pc:docMk/>
            <pc:sldMk cId="0" sldId="423"/>
            <ac:spMk id="12" creationId="{00000000-0000-0000-0000-000000000000}"/>
          </ac:spMkLst>
        </pc:spChg>
      </pc:sldChg>
      <pc:sldChg chg="del">
        <pc:chgData name="Sharma Computer Academy" userId="08476b32c11f4418" providerId="LiveId" clId="{7AC93BB7-96BA-42E8-9A4F-FB065E228D69}" dt="2022-12-09T05:45:40.595" v="0" actId="47"/>
        <pc:sldMkLst>
          <pc:docMk/>
          <pc:sldMk cId="1219315388" sldId="424"/>
        </pc:sldMkLst>
      </pc:sldChg>
      <pc:sldChg chg="modSp mod">
        <pc:chgData name="Sharma Computer Academy" userId="08476b32c11f4418" providerId="LiveId" clId="{7AC93BB7-96BA-42E8-9A4F-FB065E228D69}" dt="2022-12-09T05:46:26.941" v="25" actId="20577"/>
        <pc:sldMkLst>
          <pc:docMk/>
          <pc:sldMk cId="2817480918" sldId="425"/>
        </pc:sldMkLst>
        <pc:spChg chg="mod">
          <ac:chgData name="Sharma Computer Academy" userId="08476b32c11f4418" providerId="LiveId" clId="{7AC93BB7-96BA-42E8-9A4F-FB065E228D69}" dt="2022-12-09T05:46:26.941" v="25" actId="20577"/>
          <ac:spMkLst>
            <pc:docMk/>
            <pc:sldMk cId="2817480918" sldId="425"/>
            <ac:spMk id="12" creationId="{00000000-0000-0000-0000-000000000000}"/>
          </ac:spMkLst>
        </pc:spChg>
      </pc:sldChg>
      <pc:sldChg chg="modSp mod">
        <pc:chgData name="Sharma Computer Academy" userId="08476b32c11f4418" providerId="LiveId" clId="{7AC93BB7-96BA-42E8-9A4F-FB065E228D69}" dt="2022-12-09T05:46:29.483" v="26" actId="20577"/>
        <pc:sldMkLst>
          <pc:docMk/>
          <pc:sldMk cId="116772821" sldId="426"/>
        </pc:sldMkLst>
        <pc:spChg chg="mod">
          <ac:chgData name="Sharma Computer Academy" userId="08476b32c11f4418" providerId="LiveId" clId="{7AC93BB7-96BA-42E8-9A4F-FB065E228D69}" dt="2022-12-09T05:46:29.483" v="26" actId="20577"/>
          <ac:spMkLst>
            <pc:docMk/>
            <pc:sldMk cId="116772821" sldId="426"/>
            <ac:spMk id="12" creationId="{00000000-0000-0000-0000-000000000000}"/>
          </ac:spMkLst>
        </pc:spChg>
      </pc:sldChg>
      <pc:sldChg chg="modSp">
        <pc:chgData name="Sharma Computer Academy" userId="08476b32c11f4418" providerId="LiveId" clId="{7AC93BB7-96BA-42E8-9A4F-FB065E228D69}" dt="2022-12-09T06:07:04.632" v="300" actId="115"/>
        <pc:sldMkLst>
          <pc:docMk/>
          <pc:sldMk cId="4033469637" sldId="430"/>
        </pc:sldMkLst>
        <pc:spChg chg="mod">
          <ac:chgData name="Sharma Computer Academy" userId="08476b32c11f4418" providerId="LiveId" clId="{7AC93BB7-96BA-42E8-9A4F-FB065E228D69}" dt="2022-12-09T06:07:04.632" v="300" actId="115"/>
          <ac:spMkLst>
            <pc:docMk/>
            <pc:sldMk cId="4033469637" sldId="430"/>
            <ac:spMk id="4" creationId="{6126744D-EFAB-A58B-3686-59BFF2ACAAA9}"/>
          </ac:spMkLst>
        </pc:spChg>
      </pc:sldChg>
      <pc:sldChg chg="addSp modSp mod modAnim">
        <pc:chgData name="Sharma Computer Academy" userId="08476b32c11f4418" providerId="LiveId" clId="{7AC93BB7-96BA-42E8-9A4F-FB065E228D69}" dt="2022-12-09T07:01:53.588" v="466" actId="255"/>
        <pc:sldMkLst>
          <pc:docMk/>
          <pc:sldMk cId="375943367" sldId="432"/>
        </pc:sldMkLst>
        <pc:spChg chg="add mod">
          <ac:chgData name="Sharma Computer Academy" userId="08476b32c11f4418" providerId="LiveId" clId="{7AC93BB7-96BA-42E8-9A4F-FB065E228D69}" dt="2022-12-09T07:01:53.588" v="466" actId="255"/>
          <ac:spMkLst>
            <pc:docMk/>
            <pc:sldMk cId="375943367" sldId="432"/>
            <ac:spMk id="3" creationId="{FA678B5F-44E6-5973-548C-E8AFD64388CB}"/>
          </ac:spMkLst>
        </pc:spChg>
        <pc:spChg chg="mod">
          <ac:chgData name="Sharma Computer Academy" userId="08476b32c11f4418" providerId="LiveId" clId="{7AC93BB7-96BA-42E8-9A4F-FB065E228D69}" dt="2022-12-09T06:59:59.050" v="442" actId="1076"/>
          <ac:spMkLst>
            <pc:docMk/>
            <pc:sldMk cId="375943367" sldId="432"/>
            <ac:spMk id="7" creationId="{ED62F08B-003A-3B99-7E79-A461D77122A8}"/>
          </ac:spMkLst>
        </pc:spChg>
        <pc:spChg chg="mod">
          <ac:chgData name="Sharma Computer Academy" userId="08476b32c11f4418" providerId="LiveId" clId="{7AC93BB7-96BA-42E8-9A4F-FB065E228D69}" dt="2022-12-09T06:59:54.312" v="441" actId="21"/>
          <ac:spMkLst>
            <pc:docMk/>
            <pc:sldMk cId="375943367" sldId="432"/>
            <ac:spMk id="19" creationId="{00000000-0000-0000-0000-000000000000}"/>
          </ac:spMkLst>
        </pc:spChg>
      </pc:sldChg>
      <pc:sldChg chg="modSp">
        <pc:chgData name="Sharma Computer Academy" userId="08476b32c11f4418" providerId="LiveId" clId="{7AC93BB7-96BA-42E8-9A4F-FB065E228D69}" dt="2022-12-12T16:23:41.097" v="948" actId="20577"/>
        <pc:sldMkLst>
          <pc:docMk/>
          <pc:sldMk cId="278655411" sldId="434"/>
        </pc:sldMkLst>
        <pc:spChg chg="mod">
          <ac:chgData name="Sharma Computer Academy" userId="08476b32c11f4418" providerId="LiveId" clId="{7AC93BB7-96BA-42E8-9A4F-FB065E228D69}" dt="2022-12-12T16:23:41.097" v="948" actId="20577"/>
          <ac:spMkLst>
            <pc:docMk/>
            <pc:sldMk cId="278655411" sldId="434"/>
            <ac:spMk id="2" creationId="{1D36826F-9563-523E-5D75-E89B8750A6C5}"/>
          </ac:spMkLst>
        </pc:spChg>
      </pc:sldChg>
      <pc:sldChg chg="modSp">
        <pc:chgData name="Sharma Computer Academy" userId="08476b32c11f4418" providerId="LiveId" clId="{7AC93BB7-96BA-42E8-9A4F-FB065E228D69}" dt="2022-12-12T05:13:29.675" v="942" actId="20577"/>
        <pc:sldMkLst>
          <pc:docMk/>
          <pc:sldMk cId="3422629593" sldId="435"/>
        </pc:sldMkLst>
        <pc:spChg chg="mod">
          <ac:chgData name="Sharma Computer Academy" userId="08476b32c11f4418" providerId="LiveId" clId="{7AC93BB7-96BA-42E8-9A4F-FB065E228D69}" dt="2022-12-12T05:13:29.675" v="942" actId="20577"/>
          <ac:spMkLst>
            <pc:docMk/>
            <pc:sldMk cId="3422629593" sldId="435"/>
            <ac:spMk id="19" creationId="{00000000-0000-0000-0000-000000000000}"/>
          </ac:spMkLst>
        </pc:spChg>
      </pc:sldChg>
      <pc:sldChg chg="modSp">
        <pc:chgData name="Sharma Computer Academy" userId="08476b32c11f4418" providerId="LiveId" clId="{7AC93BB7-96BA-42E8-9A4F-FB065E228D69}" dt="2022-12-12T04:47:31.054" v="475" actId="20577"/>
        <pc:sldMkLst>
          <pc:docMk/>
          <pc:sldMk cId="3381199953" sldId="436"/>
        </pc:sldMkLst>
        <pc:spChg chg="mod">
          <ac:chgData name="Sharma Computer Academy" userId="08476b32c11f4418" providerId="LiveId" clId="{7AC93BB7-96BA-42E8-9A4F-FB065E228D69}" dt="2022-12-12T04:47:31.054" v="475" actId="20577"/>
          <ac:spMkLst>
            <pc:docMk/>
            <pc:sldMk cId="3381199953" sldId="436"/>
            <ac:spMk id="19" creationId="{00000000-0000-0000-0000-000000000000}"/>
          </ac:spMkLst>
        </pc:spChg>
      </pc:sldChg>
      <pc:sldChg chg="delSp modSp add mod delAnim modAnim">
        <pc:chgData name="Sharma Computer Academy" userId="08476b32c11f4418" providerId="LiveId" clId="{7AC93BB7-96BA-42E8-9A4F-FB065E228D69}" dt="2022-12-09T06:00:48.531" v="287"/>
        <pc:sldMkLst>
          <pc:docMk/>
          <pc:sldMk cId="1710793483" sldId="441"/>
        </pc:sldMkLst>
        <pc:spChg chg="del">
          <ac:chgData name="Sharma Computer Academy" userId="08476b32c11f4418" providerId="LiveId" clId="{7AC93BB7-96BA-42E8-9A4F-FB065E228D69}" dt="2022-12-09T06:00:02.836" v="281" actId="478"/>
          <ac:spMkLst>
            <pc:docMk/>
            <pc:sldMk cId="1710793483" sldId="441"/>
            <ac:spMk id="5" creationId="{5E8158EB-8164-2AF2-008F-32BD5547D544}"/>
          </ac:spMkLst>
        </pc:spChg>
        <pc:spChg chg="mod">
          <ac:chgData name="Sharma Computer Academy" userId="08476b32c11f4418" providerId="LiveId" clId="{7AC93BB7-96BA-42E8-9A4F-FB065E228D69}" dt="2022-12-09T05:59:53.263" v="280" actId="115"/>
          <ac:spMkLst>
            <pc:docMk/>
            <pc:sldMk cId="1710793483" sldId="441"/>
            <ac:spMk id="6" creationId="{713F0CCA-15D7-A8A7-6C0F-3A5C206B1071}"/>
          </ac:spMkLst>
        </pc:spChg>
        <pc:spChg chg="mod">
          <ac:chgData name="Sharma Computer Academy" userId="08476b32c11f4418" providerId="LiveId" clId="{7AC93BB7-96BA-42E8-9A4F-FB065E228D69}" dt="2022-12-09T05:55:56.282" v="42" actId="20577"/>
          <ac:spMkLst>
            <pc:docMk/>
            <pc:sldMk cId="1710793483" sldId="441"/>
            <ac:spMk id="12" creationId="{00000000-0000-0000-0000-000000000000}"/>
          </ac:spMkLst>
        </pc:spChg>
        <pc:cxnChg chg="mod">
          <ac:chgData name="Sharma Computer Academy" userId="08476b32c11f4418" providerId="LiveId" clId="{7AC93BB7-96BA-42E8-9A4F-FB065E228D69}" dt="2022-12-09T05:56:07.380" v="44" actId="14100"/>
          <ac:cxnSpMkLst>
            <pc:docMk/>
            <pc:sldMk cId="1710793483" sldId="441"/>
            <ac:cxnSpMk id="14" creationId="{00000000-0000-0000-0000-000000000000}"/>
          </ac:cxnSpMkLst>
        </pc:cxnChg>
      </pc:sldChg>
      <pc:sldChg chg="modSp add modAnim">
        <pc:chgData name="Sharma Computer Academy" userId="08476b32c11f4418" providerId="LiveId" clId="{7AC93BB7-96BA-42E8-9A4F-FB065E228D69}" dt="2022-12-12T05:04:35.558" v="896" actId="20577"/>
        <pc:sldMkLst>
          <pc:docMk/>
          <pc:sldMk cId="875215131" sldId="442"/>
        </pc:sldMkLst>
        <pc:spChg chg="mod">
          <ac:chgData name="Sharma Computer Academy" userId="08476b32c11f4418" providerId="LiveId" clId="{7AC93BB7-96BA-42E8-9A4F-FB065E228D69}" dt="2022-12-12T05:04:35.558" v="896" actId="20577"/>
          <ac:spMkLst>
            <pc:docMk/>
            <pc:sldMk cId="875215131" sldId="442"/>
            <ac:spMk id="2" creationId="{1D36826F-9563-523E-5D75-E89B8750A6C5}"/>
          </ac:spMkLst>
        </pc:spChg>
        <pc:spChg chg="mod">
          <ac:chgData name="Sharma Computer Academy" userId="08476b32c11f4418" providerId="LiveId" clId="{7AC93BB7-96BA-42E8-9A4F-FB065E228D69}" dt="2022-12-12T05:04:26.342" v="893" actId="20577"/>
          <ac:spMkLst>
            <pc:docMk/>
            <pc:sldMk cId="875215131" sldId="442"/>
            <ac:spMk id="19" creationId="{00000000-0000-0000-0000-000000000000}"/>
          </ac:spMkLst>
        </pc:spChg>
      </pc:sldChg>
    </pc:docChg>
  </pc:docChgLst>
  <pc:docChgLst>
    <pc:chgData name="Sharma Computer Academy" userId="08476b32c11f4418" providerId="LiveId" clId="{5A0AE575-8FB7-470C-B447-BFBAAFB48AD0}"/>
    <pc:docChg chg="addSld modSld">
      <pc:chgData name="Sharma Computer Academy" userId="08476b32c11f4418" providerId="LiveId" clId="{5A0AE575-8FB7-470C-B447-BFBAAFB48AD0}" dt="2023-09-22T06:20:16.238" v="510" actId="120"/>
      <pc:docMkLst>
        <pc:docMk/>
      </pc:docMkLst>
      <pc:sldChg chg="modSp mod">
        <pc:chgData name="Sharma Computer Academy" userId="08476b32c11f4418" providerId="LiveId" clId="{5A0AE575-8FB7-470C-B447-BFBAAFB48AD0}" dt="2023-09-22T06:19:01.057" v="505" actId="120"/>
        <pc:sldMkLst>
          <pc:docMk/>
          <pc:sldMk cId="2677700805" sldId="418"/>
        </pc:sldMkLst>
        <pc:spChg chg="mod">
          <ac:chgData name="Sharma Computer Academy" userId="08476b32c11f4418" providerId="LiveId" clId="{5A0AE575-8FB7-470C-B447-BFBAAFB48AD0}" dt="2023-09-22T06:19:01.057" v="505" actId="120"/>
          <ac:spMkLst>
            <pc:docMk/>
            <pc:sldMk cId="2677700805" sldId="418"/>
            <ac:spMk id="15" creationId="{00000000-0000-0000-0000-000000000000}"/>
          </ac:spMkLst>
        </pc:spChg>
      </pc:sldChg>
      <pc:sldChg chg="modSp mod">
        <pc:chgData name="Sharma Computer Academy" userId="08476b32c11f4418" providerId="LiveId" clId="{5A0AE575-8FB7-470C-B447-BFBAAFB48AD0}" dt="2023-09-22T06:19:20.615" v="507" actId="120"/>
        <pc:sldMkLst>
          <pc:docMk/>
          <pc:sldMk cId="0" sldId="421"/>
        </pc:sldMkLst>
        <pc:spChg chg="mod">
          <ac:chgData name="Sharma Computer Academy" userId="08476b32c11f4418" providerId="LiveId" clId="{5A0AE575-8FB7-470C-B447-BFBAAFB48AD0}" dt="2023-09-22T06:19:20.615" v="507" actId="120"/>
          <ac:spMkLst>
            <pc:docMk/>
            <pc:sldMk cId="0" sldId="421"/>
            <ac:spMk id="15" creationId="{00000000-0000-0000-0000-000000000000}"/>
          </ac:spMkLst>
        </pc:spChg>
      </pc:sldChg>
      <pc:sldChg chg="modSp mod">
        <pc:chgData name="Sharma Computer Academy" userId="08476b32c11f4418" providerId="LiveId" clId="{5A0AE575-8FB7-470C-B447-BFBAAFB48AD0}" dt="2023-09-22T06:19:13.649" v="506" actId="120"/>
        <pc:sldMkLst>
          <pc:docMk/>
          <pc:sldMk cId="0" sldId="423"/>
        </pc:sldMkLst>
        <pc:spChg chg="mod">
          <ac:chgData name="Sharma Computer Academy" userId="08476b32c11f4418" providerId="LiveId" clId="{5A0AE575-8FB7-470C-B447-BFBAAFB48AD0}" dt="2023-09-22T06:19:13.649" v="506" actId="120"/>
          <ac:spMkLst>
            <pc:docMk/>
            <pc:sldMk cId="0" sldId="423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5A0AE575-8FB7-470C-B447-BFBAAFB48AD0}" dt="2023-09-22T06:19:38.012" v="509" actId="120"/>
        <pc:sldMkLst>
          <pc:docMk/>
          <pc:sldMk cId="2817480918" sldId="425"/>
        </pc:sldMkLst>
        <pc:spChg chg="mod">
          <ac:chgData name="Sharma Computer Academy" userId="08476b32c11f4418" providerId="LiveId" clId="{5A0AE575-8FB7-470C-B447-BFBAAFB48AD0}" dt="2023-09-22T06:19:38.012" v="509" actId="120"/>
          <ac:spMkLst>
            <pc:docMk/>
            <pc:sldMk cId="2817480918" sldId="425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5A0AE575-8FB7-470C-B447-BFBAAFB48AD0}" dt="2023-09-22T06:20:16.238" v="510" actId="120"/>
        <pc:sldMkLst>
          <pc:docMk/>
          <pc:sldMk cId="116772821" sldId="426"/>
        </pc:sldMkLst>
        <pc:spChg chg="mod">
          <ac:chgData name="Sharma Computer Academy" userId="08476b32c11f4418" providerId="LiveId" clId="{5A0AE575-8FB7-470C-B447-BFBAAFB48AD0}" dt="2023-09-22T06:20:16.238" v="510" actId="120"/>
          <ac:spMkLst>
            <pc:docMk/>
            <pc:sldMk cId="116772821" sldId="426"/>
            <ac:spMk id="15" creationId="{00000000-0000-0000-0000-000000000000}"/>
          </ac:spMkLst>
        </pc:spChg>
      </pc:sldChg>
      <pc:sldChg chg="modSp">
        <pc:chgData name="Sharma Computer Academy" userId="08476b32c11f4418" providerId="LiveId" clId="{5A0AE575-8FB7-470C-B447-BFBAAFB48AD0}" dt="2023-09-20T05:06:50.821" v="49" actId="113"/>
        <pc:sldMkLst>
          <pc:docMk/>
          <pc:sldMk cId="875215131" sldId="442"/>
        </pc:sldMkLst>
        <pc:spChg chg="mod">
          <ac:chgData name="Sharma Computer Academy" userId="08476b32c11f4418" providerId="LiveId" clId="{5A0AE575-8FB7-470C-B447-BFBAAFB48AD0}" dt="2023-09-20T05:06:50.821" v="49" actId="113"/>
          <ac:spMkLst>
            <pc:docMk/>
            <pc:sldMk cId="875215131" sldId="442"/>
            <ac:spMk id="19" creationId="{00000000-0000-0000-0000-000000000000}"/>
          </ac:spMkLst>
        </pc:spChg>
      </pc:sldChg>
      <pc:sldChg chg="modSp add mod">
        <pc:chgData name="Sharma Computer Academy" userId="08476b32c11f4418" providerId="LiveId" clId="{5A0AE575-8FB7-470C-B447-BFBAAFB48AD0}" dt="2023-09-20T05:32:23.625" v="502" actId="115"/>
        <pc:sldMkLst>
          <pc:docMk/>
          <pc:sldMk cId="1854975242" sldId="443"/>
        </pc:sldMkLst>
        <pc:spChg chg="mod">
          <ac:chgData name="Sharma Computer Academy" userId="08476b32c11f4418" providerId="LiveId" clId="{5A0AE575-8FB7-470C-B447-BFBAAFB48AD0}" dt="2023-09-20T05:32:23.625" v="502" actId="115"/>
          <ac:spMkLst>
            <pc:docMk/>
            <pc:sldMk cId="1854975242" sldId="443"/>
            <ac:spMk id="6" creationId="{713F0CCA-15D7-A8A7-6C0F-3A5C206B1071}"/>
          </ac:spMkLst>
        </pc:spChg>
        <pc:spChg chg="mod">
          <ac:chgData name="Sharma Computer Academy" userId="08476b32c11f4418" providerId="LiveId" clId="{5A0AE575-8FB7-470C-B447-BFBAAFB48AD0}" dt="2023-09-20T05:22:39.735" v="54" actId="20577"/>
          <ac:spMkLst>
            <pc:docMk/>
            <pc:sldMk cId="1854975242" sldId="443"/>
            <ac:spMk id="12" creationId="{00000000-0000-0000-0000-000000000000}"/>
          </ac:spMkLst>
        </pc:spChg>
      </pc:sldChg>
    </pc:docChg>
  </pc:docChgLst>
  <pc:docChgLst>
    <pc:chgData name="Sharma Computer Academy" userId="08476b32c11f4418" providerId="Windows Live" clId="Web-{0EFE44E1-25DA-44BE-A5C3-8A442A1A483D}"/>
    <pc:docChg chg="sldOrd">
      <pc:chgData name="Sharma Computer Academy" userId="08476b32c11f4418" providerId="Windows Live" clId="Web-{0EFE44E1-25DA-44BE-A5C3-8A442A1A483D}" dt="2023-04-19T01:29:44.018" v="0"/>
      <pc:docMkLst>
        <pc:docMk/>
      </pc:docMkLst>
      <pc:sldChg chg="ord">
        <pc:chgData name="Sharma Computer Academy" userId="08476b32c11f4418" providerId="Windows Live" clId="Web-{0EFE44E1-25DA-44BE-A5C3-8A442A1A483D}" dt="2023-04-19T01:29:44.018" v="0"/>
        <pc:sldMkLst>
          <pc:docMk/>
          <pc:sldMk cId="3381199953" sldId="4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7" name="Shape 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1927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079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99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215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9262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760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370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739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948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850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772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607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508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633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83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3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4" name="Shape 4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5" name="Shape 5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</p:spTree>
    <p:extLst>
      <p:ext uri="{BB962C8B-B14F-4D97-AF65-F5344CB8AC3E}">
        <p14:creationId xmlns:p14="http://schemas.microsoft.com/office/powerpoint/2010/main" val="133609262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8" name="Shape 8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9" name="Shape 9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  <p:sp>
        <p:nvSpPr>
          <p:cNvPr id="10" name="Shape 10"/>
          <p:cNvSpPr/>
          <p:nvPr/>
        </p:nvSpPr>
        <p:spPr>
          <a:xfrm>
            <a:off x="530176" y="74828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30176" y="95029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30176" y="1152304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4131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1964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566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  <p:sldLayoutId id="2147483655" r:id="rId5"/>
    <p:sldLayoutId id="2147483656" r:id="rId6"/>
  </p:sldLayoutIdLst>
  <p:transition spd="med"/>
  <p:txStyles>
    <p:titleStyle>
      <a:lvl1pPr algn="ctr" defTabSz="584200">
        <a:defRPr sz="11200">
          <a:latin typeface="Helvetica Light"/>
          <a:ea typeface="Helvetica Light"/>
          <a:cs typeface="Helvetica Light"/>
          <a:sym typeface="Helvetica Light"/>
        </a:defRPr>
      </a:lvl1pPr>
      <a:lvl2pPr indent="228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2pPr>
      <a:lvl3pPr indent="457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3pPr>
      <a:lvl4pPr indent="685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4pPr>
      <a:lvl5pPr indent="9144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5pPr>
      <a:lvl6pPr indent="11430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6pPr>
      <a:lvl7pPr indent="1371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7pPr>
      <a:lvl8pPr indent="1600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8pPr>
      <a:lvl9pPr indent="1828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tch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850" y="4864975"/>
            <a:ext cx="9258300" cy="2818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1070514" y="5404850"/>
            <a:ext cx="22458556" cy="1477328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METHODS IN JS</a:t>
            </a:r>
            <a:endParaRPr sz="10000" spc="-200" dirty="0">
              <a:solidFill>
                <a:schemeClr val="bg1"/>
              </a:solidFill>
            </a:endParaRPr>
          </a:p>
        </p:txBody>
      </p:sp>
      <p:pic>
        <p:nvPicPr>
          <p:cNvPr id="3" name="Picture 2" descr="C:\Users\Comp08\Desktop\JavaScript-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48250" y="10861288"/>
            <a:ext cx="2628139" cy="262813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971008" y="698024"/>
            <a:ext cx="586731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Methods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635978" y="2057480"/>
            <a:ext cx="6537367" cy="1588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dirty="0">
                <a:solidFill>
                  <a:schemeClr val="tx1"/>
                </a:solidFill>
              </a:rPr>
              <a:t>Since </a:t>
            </a:r>
            <a:r>
              <a:rPr lang="en-US" sz="5400" b="1" dirty="0">
                <a:solidFill>
                  <a:srgbClr val="FFC000"/>
                </a:solidFill>
              </a:rPr>
              <a:t>JS</a:t>
            </a:r>
            <a:r>
              <a:rPr lang="en-US" sz="5400" dirty="0">
                <a:solidFill>
                  <a:schemeClr val="tx1"/>
                </a:solidFill>
              </a:rPr>
              <a:t> treats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arrays</a:t>
            </a:r>
            <a:r>
              <a:rPr lang="en-US" sz="5400" dirty="0">
                <a:solidFill>
                  <a:schemeClr val="tx1"/>
                </a:solidFill>
              </a:rPr>
              <a:t> as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objects</a:t>
            </a:r>
            <a:r>
              <a:rPr lang="en-US" sz="5400" dirty="0">
                <a:solidFill>
                  <a:schemeClr val="tx1"/>
                </a:solidFill>
              </a:rPr>
              <a:t> so it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provides us </a:t>
            </a:r>
            <a:r>
              <a:rPr lang="en-US" sz="5400" dirty="0">
                <a:solidFill>
                  <a:schemeClr val="tx1"/>
                </a:solidFill>
              </a:rPr>
              <a:t>a whole </a:t>
            </a:r>
            <a:r>
              <a:rPr lang="en-US" sz="5400" b="1" dirty="0">
                <a:solidFill>
                  <a:schemeClr val="accent3">
                    <a:lumMod val="75000"/>
                  </a:schemeClr>
                </a:solidFill>
              </a:rPr>
              <a:t>bunch</a:t>
            </a:r>
            <a:r>
              <a:rPr lang="en-US" sz="5400" dirty="0">
                <a:solidFill>
                  <a:schemeClr val="tx1"/>
                </a:solidFill>
              </a:rPr>
              <a:t> of </a:t>
            </a:r>
            <a:r>
              <a:rPr lang="en-US" sz="5400" b="1" dirty="0">
                <a:solidFill>
                  <a:srgbClr val="92D050"/>
                </a:solidFill>
              </a:rPr>
              <a:t>predefined methods </a:t>
            </a:r>
            <a:r>
              <a:rPr lang="en-US" sz="5400" dirty="0">
                <a:solidFill>
                  <a:schemeClr val="tx1"/>
                </a:solidFill>
              </a:rPr>
              <a:t>which make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working</a:t>
            </a:r>
            <a:r>
              <a:rPr lang="en-US" sz="5400" dirty="0">
                <a:solidFill>
                  <a:schemeClr val="tx1"/>
                </a:solidFill>
              </a:rPr>
              <a:t> with arrays </a:t>
            </a:r>
            <a:r>
              <a:rPr lang="en-US" sz="5400" b="1" dirty="0">
                <a:solidFill>
                  <a:srgbClr val="FFC000"/>
                </a:solidFill>
              </a:rPr>
              <a:t>easier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Donut 19"/>
          <p:cNvSpPr/>
          <p:nvPr/>
        </p:nvSpPr>
        <p:spPr>
          <a:xfrm flipH="1" flipV="1">
            <a:off x="860092" y="717770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44068" y="7109125"/>
            <a:ext cx="221265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Based upon </a:t>
            </a:r>
            <a:r>
              <a:rPr lang="en-US" sz="5400" dirty="0">
                <a:solidFill>
                  <a:schemeClr val="tx1"/>
                </a:solidFill>
              </a:rPr>
              <a:t>their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working</a:t>
            </a:r>
            <a:r>
              <a:rPr lang="en-US" sz="5400" dirty="0">
                <a:solidFill>
                  <a:schemeClr val="tx1"/>
                </a:solidFill>
              </a:rPr>
              <a:t> we can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divide</a:t>
            </a:r>
            <a:r>
              <a:rPr lang="en-US" sz="5400" dirty="0">
                <a:solidFill>
                  <a:schemeClr val="tx1"/>
                </a:solidFill>
              </a:rPr>
              <a:t> these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methods</a:t>
            </a:r>
            <a:r>
              <a:rPr lang="en-US" sz="5400" dirty="0">
                <a:solidFill>
                  <a:schemeClr val="tx1"/>
                </a:solidFill>
              </a:rPr>
              <a:t> into following groups:</a:t>
            </a:r>
          </a:p>
          <a:p>
            <a:pPr lvl="0" algn="l"/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EB675-35D9-CA40-7DBB-29F860EBDC81}"/>
              </a:ext>
            </a:extLst>
          </p:cNvPr>
          <p:cNvSpPr txBox="1"/>
          <p:nvPr/>
        </p:nvSpPr>
        <p:spPr>
          <a:xfrm>
            <a:off x="1944067" y="9557381"/>
            <a:ext cx="17111375" cy="39395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914400" lvl="0" indent="-914400" algn="l">
              <a:buAutoNum type="arabicPeriod"/>
            </a:pPr>
            <a:r>
              <a:rPr lang="en-US" sz="5000" dirty="0">
                <a:solidFill>
                  <a:schemeClr val="tx1"/>
                </a:solidFill>
              </a:rPr>
              <a:t>Methods for </a:t>
            </a:r>
            <a:r>
              <a:rPr lang="en-US" sz="5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Adding</a:t>
            </a:r>
            <a:r>
              <a:rPr lang="en-US" sz="5000" dirty="0">
                <a:solidFill>
                  <a:schemeClr val="tx1"/>
                </a:solidFill>
              </a:rPr>
              <a:t> new elements in the array</a:t>
            </a:r>
          </a:p>
          <a:p>
            <a:pPr marL="914400" lvl="0" indent="-914400" algn="l">
              <a:buAutoNum type="arabicPeriod"/>
            </a:pPr>
            <a:r>
              <a:rPr lang="en-US" sz="5000" dirty="0">
                <a:solidFill>
                  <a:schemeClr val="tx1"/>
                </a:solidFill>
              </a:rPr>
              <a:t>Methods for </a:t>
            </a:r>
            <a:r>
              <a:rPr lang="en-US" sz="5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Removing</a:t>
            </a:r>
            <a:r>
              <a:rPr lang="en-US" sz="5000" dirty="0">
                <a:solidFill>
                  <a:schemeClr val="tx1"/>
                </a:solidFill>
              </a:rPr>
              <a:t> elements from the array</a:t>
            </a:r>
          </a:p>
          <a:p>
            <a:pPr marL="914400" lvl="0" indent="-914400" algn="l">
              <a:buAutoNum type="arabicPeriod"/>
            </a:pPr>
            <a:r>
              <a:rPr lang="en-US" sz="5000" dirty="0">
                <a:solidFill>
                  <a:schemeClr val="tx1"/>
                </a:solidFill>
              </a:rPr>
              <a:t>Methods for </a:t>
            </a:r>
            <a:r>
              <a:rPr lang="en-US" sz="50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Copying</a:t>
            </a:r>
            <a:r>
              <a:rPr lang="en-US" sz="5000" dirty="0">
                <a:solidFill>
                  <a:schemeClr val="tx1"/>
                </a:solidFill>
              </a:rPr>
              <a:t> array elements</a:t>
            </a:r>
          </a:p>
          <a:p>
            <a:pPr marL="914400" lvl="0" indent="-914400" algn="l">
              <a:buAutoNum type="arabicPeriod"/>
            </a:pPr>
            <a:r>
              <a:rPr lang="en-US" sz="5000" dirty="0">
                <a:solidFill>
                  <a:schemeClr val="tx1"/>
                </a:solidFill>
              </a:rPr>
              <a:t>Methods for </a:t>
            </a:r>
            <a:r>
              <a:rPr lang="en-US" sz="50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Searching</a:t>
            </a:r>
            <a:r>
              <a:rPr lang="en-US" sz="5000" dirty="0">
                <a:solidFill>
                  <a:schemeClr val="tx1"/>
                </a:solidFill>
              </a:rPr>
              <a:t> in array</a:t>
            </a:r>
          </a:p>
          <a:p>
            <a:pPr marL="914400" lvl="0" indent="-914400" algn="l">
              <a:buAutoNum type="arabicPeriod"/>
            </a:pPr>
            <a:r>
              <a:rPr lang="en-US" sz="5000" dirty="0">
                <a:solidFill>
                  <a:schemeClr val="tx1"/>
                </a:solidFill>
              </a:rPr>
              <a:t>Methods for </a:t>
            </a:r>
            <a:r>
              <a:rPr lang="en-US" sz="50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Transforming</a:t>
            </a:r>
            <a:r>
              <a:rPr lang="en-US" sz="5000" dirty="0">
                <a:solidFill>
                  <a:schemeClr val="tx1"/>
                </a:solidFill>
              </a:rPr>
              <a:t> an array</a:t>
            </a:r>
          </a:p>
        </p:txBody>
      </p:sp>
    </p:spTree>
    <p:extLst>
      <p:ext uri="{BB962C8B-B14F-4D97-AF65-F5344CB8AC3E}">
        <p14:creationId xmlns:p14="http://schemas.microsoft.com/office/powerpoint/2010/main" val="1468761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479933" y="698024"/>
            <a:ext cx="1684948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Adding New Elements In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3690257" y="2059068"/>
            <a:ext cx="16263257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push()</a:t>
            </a:r>
            <a:r>
              <a:rPr lang="en-US" sz="5400" dirty="0">
                <a:solidFill>
                  <a:schemeClr val="tx1"/>
                </a:solidFill>
              </a:rPr>
              <a:t>: Adds </a:t>
            </a:r>
            <a:r>
              <a:rPr lang="en-US" sz="5400" b="1" dirty="0">
                <a:solidFill>
                  <a:srgbClr val="92D050"/>
                </a:solidFill>
              </a:rPr>
              <a:t>one</a:t>
            </a:r>
            <a:r>
              <a:rPr lang="en-US" sz="5400" dirty="0">
                <a:solidFill>
                  <a:schemeClr val="tx1"/>
                </a:solidFill>
              </a:rPr>
              <a:t> or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more</a:t>
            </a:r>
            <a:r>
              <a:rPr lang="en-US" sz="5400" dirty="0">
                <a:solidFill>
                  <a:schemeClr val="tx1"/>
                </a:solidFill>
              </a:rPr>
              <a:t> elements to 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end </a:t>
            </a:r>
            <a:r>
              <a:rPr lang="en-US" sz="5400" dirty="0">
                <a:solidFill>
                  <a:schemeClr val="bg1"/>
                </a:solidFill>
              </a:rPr>
              <a:t>of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, and returns the </a:t>
            </a:r>
            <a:r>
              <a:rPr lang="en-US" sz="5400" b="1" dirty="0">
                <a:solidFill>
                  <a:schemeClr val="accent3"/>
                </a:solidFill>
              </a:rPr>
              <a:t>new length </a:t>
            </a:r>
            <a:r>
              <a:rPr lang="en-US" sz="5400" dirty="0">
                <a:solidFill>
                  <a:schemeClr val="tx1"/>
                </a:solidFill>
              </a:rPr>
              <a:t>of the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860092" y="8725446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2134568" y="8495532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unshift()</a:t>
            </a:r>
            <a:r>
              <a:rPr lang="en-US" sz="5400" dirty="0">
                <a:solidFill>
                  <a:schemeClr val="tx1"/>
                </a:solidFill>
              </a:rPr>
              <a:t>: Adds </a:t>
            </a:r>
            <a:r>
              <a:rPr lang="en-US" sz="5400" b="1" dirty="0">
                <a:solidFill>
                  <a:srgbClr val="92D050"/>
                </a:solidFill>
              </a:rPr>
              <a:t>one</a:t>
            </a:r>
            <a:r>
              <a:rPr lang="en-US" sz="5400" dirty="0">
                <a:solidFill>
                  <a:schemeClr val="tx1"/>
                </a:solidFill>
              </a:rPr>
              <a:t> or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more</a:t>
            </a:r>
            <a:r>
              <a:rPr lang="en-US" sz="5400" dirty="0">
                <a:solidFill>
                  <a:schemeClr val="tx1"/>
                </a:solidFill>
              </a:rPr>
              <a:t> elements to 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beginning </a:t>
            </a:r>
            <a:r>
              <a:rPr lang="en-US" sz="5400" dirty="0">
                <a:solidFill>
                  <a:schemeClr val="bg1"/>
                </a:solidFill>
              </a:rPr>
              <a:t>of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, and returns the </a:t>
            </a:r>
            <a:r>
              <a:rPr lang="en-US" sz="5400" b="1" dirty="0">
                <a:solidFill>
                  <a:schemeClr val="accent3"/>
                </a:solidFill>
              </a:rPr>
              <a:t>new length </a:t>
            </a:r>
            <a:r>
              <a:rPr lang="en-US" sz="5400" dirty="0">
                <a:solidFill>
                  <a:schemeClr val="tx1"/>
                </a:solidFill>
              </a:rPr>
              <a:t>of the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7079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299598" y="698024"/>
            <a:ext cx="1721016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Removing Elements From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3690257" y="2059068"/>
            <a:ext cx="16475529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pop()</a:t>
            </a:r>
            <a:r>
              <a:rPr lang="en-US" sz="5400" dirty="0">
                <a:solidFill>
                  <a:schemeClr val="tx1"/>
                </a:solidFill>
              </a:rPr>
              <a:t>: Removes the </a:t>
            </a:r>
            <a:r>
              <a:rPr lang="en-US" sz="5400" b="1" dirty="0">
                <a:solidFill>
                  <a:srgbClr val="92D050"/>
                </a:solidFill>
              </a:rPr>
              <a:t>last element </a:t>
            </a:r>
            <a:r>
              <a:rPr lang="en-US" sz="5400" dirty="0">
                <a:solidFill>
                  <a:schemeClr val="tx1"/>
                </a:solidFill>
              </a:rPr>
              <a:t>from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that </a:t>
            </a:r>
            <a:r>
              <a:rPr lang="en-US" sz="5400" b="1" dirty="0">
                <a:solidFill>
                  <a:srgbClr val="92D050"/>
                </a:solidFill>
              </a:rPr>
              <a:t>element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860092" y="8725446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1971277" y="8495532"/>
            <a:ext cx="222929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shift()</a:t>
            </a:r>
            <a:r>
              <a:rPr lang="en-US" sz="5400" dirty="0">
                <a:solidFill>
                  <a:schemeClr val="tx1"/>
                </a:solidFill>
              </a:rPr>
              <a:t>: Removes the </a:t>
            </a:r>
            <a:r>
              <a:rPr lang="en-US" sz="5400" b="1" dirty="0">
                <a:solidFill>
                  <a:srgbClr val="92D050"/>
                </a:solidFill>
              </a:rPr>
              <a:t>first element </a:t>
            </a:r>
            <a:r>
              <a:rPr lang="en-US" sz="5400" dirty="0">
                <a:solidFill>
                  <a:schemeClr val="tx1"/>
                </a:solidFill>
              </a:rPr>
              <a:t>from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that </a:t>
            </a:r>
            <a:r>
              <a:rPr lang="en-US" sz="5400" b="1" dirty="0">
                <a:solidFill>
                  <a:srgbClr val="92D050"/>
                </a:solidFill>
              </a:rPr>
              <a:t>element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789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271888" y="698024"/>
            <a:ext cx="243531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For Adding/Removing/Replacing Elements From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79614" y="2059068"/>
            <a:ext cx="23398843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splice()</a:t>
            </a:r>
            <a:r>
              <a:rPr lang="en-US" sz="5400" dirty="0">
                <a:solidFill>
                  <a:schemeClr val="tx1"/>
                </a:solidFill>
              </a:rPr>
              <a:t>: changes 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contents</a:t>
            </a:r>
            <a:r>
              <a:rPr lang="en-US" sz="5400" dirty="0">
                <a:solidFill>
                  <a:schemeClr val="tx1"/>
                </a:solidFill>
              </a:rPr>
              <a:t> of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by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removing</a:t>
            </a:r>
            <a:r>
              <a:rPr lang="en-US" sz="5400" dirty="0">
                <a:solidFill>
                  <a:schemeClr val="tx1"/>
                </a:solidFill>
              </a:rPr>
              <a:t> or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replacing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existing elements </a:t>
            </a:r>
            <a:r>
              <a:rPr lang="en-US" sz="5400" dirty="0">
                <a:solidFill>
                  <a:schemeClr val="tx1"/>
                </a:solidFill>
              </a:rPr>
              <a:t>and/or </a:t>
            </a:r>
            <a:r>
              <a:rPr lang="en-US" sz="5400" b="1" dirty="0">
                <a:solidFill>
                  <a:srgbClr val="92D050"/>
                </a:solidFill>
              </a:rPr>
              <a:t>adding</a:t>
            </a:r>
            <a:r>
              <a:rPr lang="en-US" sz="5400" dirty="0">
                <a:solidFill>
                  <a:schemeClr val="tx1"/>
                </a:solidFill>
              </a:rPr>
              <a:t> new </a:t>
            </a:r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elements.</a:t>
            </a:r>
          </a:p>
          <a:p>
            <a:pPr algn="l"/>
            <a:endParaRPr lang="en-US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endParaRPr lang="en-US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6744D-EFAB-A58B-3686-59BFF2ACAAA9}"/>
              </a:ext>
            </a:extLst>
          </p:cNvPr>
          <p:cNvSpPr txBox="1"/>
          <p:nvPr/>
        </p:nvSpPr>
        <p:spPr>
          <a:xfrm>
            <a:off x="1783896" y="6208612"/>
            <a:ext cx="21125090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b="1" u="sng" dirty="0">
                <a:solidFill>
                  <a:schemeClr val="accent3"/>
                </a:solidFill>
              </a:rPr>
              <a:t>Syntax:</a:t>
            </a:r>
          </a:p>
          <a:p>
            <a:pPr algn="l"/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arr.splice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start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[, </a:t>
            </a:r>
            <a:r>
              <a:rPr lang="en-US" sz="48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deleteCount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elem1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, ..., </a:t>
            </a:r>
            <a:r>
              <a:rPr lang="en-US" sz="48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elemN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])</a:t>
            </a:r>
          </a:p>
          <a:p>
            <a:pPr algn="l"/>
            <a:endParaRPr lang="en-US" sz="4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It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modifies</a:t>
            </a:r>
            <a:r>
              <a:rPr lang="en-US" sz="4800" dirty="0">
                <a:solidFill>
                  <a:schemeClr val="bg1"/>
                </a:solidFill>
              </a:rPr>
              <a:t> the array </a:t>
            </a:r>
            <a:r>
              <a:rPr lang="en-US" sz="4800" b="1" u="sng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arr</a:t>
            </a:r>
            <a:r>
              <a:rPr lang="en-US" sz="4800" dirty="0">
                <a:solidFill>
                  <a:schemeClr val="bg1"/>
                </a:solidFill>
              </a:rPr>
              <a:t> starting from the index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start</a:t>
            </a:r>
            <a:r>
              <a:rPr lang="en-US" sz="4800" dirty="0">
                <a:solidFill>
                  <a:schemeClr val="bg1"/>
                </a:solidFill>
              </a:rPr>
              <a:t>: removes </a:t>
            </a:r>
            <a:r>
              <a:rPr lang="en-US" sz="48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deleteCount</a:t>
            </a:r>
            <a:r>
              <a:rPr lang="en-US" sz="4800" dirty="0">
                <a:solidFill>
                  <a:schemeClr val="bg1"/>
                </a:solidFill>
              </a:rPr>
              <a:t> elements and then inserts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elem1</a:t>
            </a:r>
            <a:r>
              <a:rPr lang="en-US" sz="4800" dirty="0">
                <a:solidFill>
                  <a:schemeClr val="bg1"/>
                </a:solidFill>
              </a:rPr>
              <a:t>, ..., </a:t>
            </a:r>
            <a:r>
              <a:rPr lang="en-US" sz="48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elemN</a:t>
            </a:r>
            <a:r>
              <a:rPr lang="en-US" sz="4800" dirty="0">
                <a:solidFill>
                  <a:schemeClr val="bg1"/>
                </a:solidFill>
              </a:rPr>
              <a:t> at their place. </a:t>
            </a:r>
          </a:p>
          <a:p>
            <a:pPr algn="l"/>
            <a:endParaRPr lang="en-US" sz="4800" dirty="0">
              <a:solidFill>
                <a:schemeClr val="bg1"/>
              </a:solidFill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Finally </a:t>
            </a: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returns</a:t>
            </a:r>
            <a:r>
              <a:rPr lang="en-US" sz="4800" dirty="0">
                <a:solidFill>
                  <a:schemeClr val="bg1"/>
                </a:solidFill>
              </a:rPr>
              <a:t> the array of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removed elements</a:t>
            </a:r>
            <a:r>
              <a:rPr lang="en-US" sz="4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3469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712536" y="1185583"/>
            <a:ext cx="144513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“Negative Indexing” With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94302" y="851053"/>
            <a:ext cx="14920332" cy="1892147"/>
          </a:xfrm>
          <a:prstGeom prst="round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37424" y="3427589"/>
            <a:ext cx="224139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dirty="0"/>
              <a:t>In the method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splice() </a:t>
            </a:r>
            <a:r>
              <a:rPr lang="en-US" sz="5400" dirty="0"/>
              <a:t>and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many other </a:t>
            </a:r>
            <a:r>
              <a:rPr lang="en-US" sz="5400" dirty="0"/>
              <a:t>array methods,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negative indexes </a:t>
            </a:r>
            <a:r>
              <a:rPr lang="en-US" sz="5400" dirty="0"/>
              <a:t>are </a:t>
            </a:r>
            <a:r>
              <a:rPr lang="en-US" sz="5400" b="1" dirty="0">
                <a:solidFill>
                  <a:srgbClr val="92D050"/>
                </a:solidFill>
              </a:rPr>
              <a:t>allowed</a:t>
            </a:r>
            <a:r>
              <a:rPr lang="en-US" sz="5400" dirty="0"/>
              <a:t>. </a:t>
            </a:r>
          </a:p>
          <a:p>
            <a:pPr marL="0" lvl="0" indent="0" algn="l">
              <a:buNone/>
            </a:pPr>
            <a:endParaRPr lang="en-US" sz="5400" dirty="0"/>
          </a:p>
          <a:p>
            <a:pPr marL="0" lvl="0" indent="0" algn="l">
              <a:buNone/>
            </a:pPr>
            <a:r>
              <a:rPr lang="en-US" sz="5400" dirty="0"/>
              <a:t>They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specify</a:t>
            </a:r>
            <a:r>
              <a:rPr lang="en-US" sz="5400" dirty="0"/>
              <a:t> 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position</a:t>
            </a:r>
            <a:r>
              <a:rPr lang="en-US" sz="5400" dirty="0"/>
              <a:t> from the </a:t>
            </a:r>
            <a:r>
              <a:rPr lang="en-US" sz="5400" b="1" dirty="0">
                <a:solidFill>
                  <a:srgbClr val="FFC000"/>
                </a:solidFill>
              </a:rPr>
              <a:t>end</a:t>
            </a:r>
            <a:r>
              <a:rPr lang="en-US" sz="5400" dirty="0"/>
              <a:t> of the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/>
              <a:t>, like here:</a:t>
            </a:r>
          </a:p>
          <a:p>
            <a:pPr marL="0" lvl="0" indent="0" algn="l">
              <a:buNone/>
            </a:pPr>
            <a:endParaRPr lang="en-IN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E465E-24AE-E65E-AF95-B2F2101BC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4" y="7463117"/>
            <a:ext cx="12147097" cy="5067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8A949-3DCE-0DA4-BF67-B03B3D359D1E}"/>
              </a:ext>
            </a:extLst>
          </p:cNvPr>
          <p:cNvSpPr txBox="1"/>
          <p:nvPr/>
        </p:nvSpPr>
        <p:spPr>
          <a:xfrm>
            <a:off x="13844896" y="7463117"/>
            <a:ext cx="5319032" cy="2800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IN" sz="4400" b="1" i="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rbel" panose="020B0503020204020204" pitchFamily="34" charset="0"/>
              </a:rPr>
              <a:t>OUTPUT:</a:t>
            </a:r>
          </a:p>
          <a:p>
            <a:pPr algn="l"/>
            <a:endParaRPr lang="en-IN" sz="4400" b="1" i="0" u="sng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rbel" panose="020B0503020204020204" pitchFamily="34" charset="0"/>
            </a:endParaRPr>
          </a:p>
          <a:p>
            <a:pPr algn="l"/>
            <a:r>
              <a:rPr lang="en-IN" sz="44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rbel" panose="020B0503020204020204" pitchFamily="34" charset="0"/>
              </a:rPr>
              <a:t>Size:4</a:t>
            </a:r>
            <a:br>
              <a:rPr lang="en-IN" sz="4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 panose="020B0503020204020204" pitchFamily="34" charset="0"/>
              </a:rPr>
            </a:br>
            <a:r>
              <a:rPr lang="en-IN" sz="44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orbel" panose="020B0503020204020204" pitchFamily="34" charset="0"/>
              </a:rPr>
              <a:t>Values:10,20,30,40</a:t>
            </a:r>
            <a:endParaRPr lang="en-IN" sz="4400" b="1" dirty="0">
              <a:solidFill>
                <a:schemeClr val="accent4">
                  <a:lumMod val="40000"/>
                  <a:lumOff val="60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601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730277" y="698024"/>
            <a:ext cx="143488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Copying Array Elements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914900" y="2059068"/>
            <a:ext cx="14026243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slice()</a:t>
            </a:r>
            <a:r>
              <a:rPr lang="en-US" sz="5400" dirty="0">
                <a:solidFill>
                  <a:schemeClr val="tx1"/>
                </a:solidFill>
              </a:rPr>
              <a:t>: Returns a </a:t>
            </a:r>
            <a:r>
              <a:rPr lang="en-US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copy</a:t>
            </a:r>
            <a:r>
              <a:rPr lang="en-US" sz="5400" dirty="0">
                <a:solidFill>
                  <a:schemeClr val="tx1"/>
                </a:solidFill>
              </a:rPr>
              <a:t> of a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portion</a:t>
            </a:r>
            <a:r>
              <a:rPr lang="en-US" sz="5400" dirty="0">
                <a:solidFill>
                  <a:schemeClr val="tx1"/>
                </a:solidFill>
              </a:rPr>
              <a:t> of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into a </a:t>
            </a:r>
            <a:r>
              <a:rPr lang="en-US" sz="5400" b="1" dirty="0">
                <a:solidFill>
                  <a:srgbClr val="92D050"/>
                </a:solidFill>
              </a:rPr>
              <a:t>new array object </a:t>
            </a:r>
            <a:r>
              <a:rPr lang="en-US" sz="5400" dirty="0">
                <a:solidFill>
                  <a:schemeClr val="tx1"/>
                </a:solidFill>
              </a:rPr>
              <a:t>selected from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start</a:t>
            </a:r>
            <a:r>
              <a:rPr lang="en-US" sz="5400" dirty="0">
                <a:solidFill>
                  <a:schemeClr val="tx1"/>
                </a:solidFill>
              </a:rPr>
              <a:t> to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end-1</a:t>
            </a:r>
            <a:r>
              <a:rPr lang="en-US" sz="5400" dirty="0">
                <a:solidFill>
                  <a:schemeClr val="tx1"/>
                </a:solidFill>
              </a:rPr>
              <a:t> where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start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end</a:t>
            </a:r>
            <a:r>
              <a:rPr lang="en-US" sz="5400" dirty="0">
                <a:solidFill>
                  <a:schemeClr val="tx1"/>
                </a:solidFill>
              </a:rPr>
              <a:t> represent the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index</a:t>
            </a:r>
            <a:r>
              <a:rPr lang="en-US" sz="5400" dirty="0">
                <a:solidFill>
                  <a:schemeClr val="tx1"/>
                </a:solidFill>
              </a:rPr>
              <a:t> of items in that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2F08B-003A-3B99-7E79-A461D77122A8}"/>
              </a:ext>
            </a:extLst>
          </p:cNvPr>
          <p:cNvSpPr txBox="1"/>
          <p:nvPr/>
        </p:nvSpPr>
        <p:spPr>
          <a:xfrm>
            <a:off x="1993718" y="7147620"/>
            <a:ext cx="19821918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b="1" u="sng" dirty="0">
                <a:solidFill>
                  <a:schemeClr val="accent3"/>
                </a:solidFill>
              </a:rPr>
              <a:t>Syntax:</a:t>
            </a:r>
          </a:p>
          <a:p>
            <a:pPr algn="l"/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arr.slice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start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[,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end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78B5F-44E6-5973-548C-E8AFD64388CB}"/>
              </a:ext>
            </a:extLst>
          </p:cNvPr>
          <p:cNvSpPr txBox="1"/>
          <p:nvPr/>
        </p:nvSpPr>
        <p:spPr>
          <a:xfrm>
            <a:off x="1993718" y="9735822"/>
            <a:ext cx="21094882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If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end</a:t>
            </a:r>
            <a:r>
              <a:rPr lang="en-US" sz="4800" dirty="0">
                <a:solidFill>
                  <a:schemeClr val="tx1"/>
                </a:solidFill>
              </a:rPr>
              <a:t> is </a:t>
            </a:r>
            <a:r>
              <a:rPr lang="en-US" sz="4800" b="1" dirty="0">
                <a:solidFill>
                  <a:srgbClr val="92D050"/>
                </a:solidFill>
              </a:rPr>
              <a:t>not present </a:t>
            </a:r>
            <a:r>
              <a:rPr lang="en-US" sz="4800" dirty="0">
                <a:solidFill>
                  <a:schemeClr val="tx1"/>
                </a:solidFill>
              </a:rPr>
              <a:t>then 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returns</a:t>
            </a:r>
            <a:r>
              <a:rPr lang="en-US" sz="4800" dirty="0">
                <a:solidFill>
                  <a:schemeClr val="tx1"/>
                </a:solidFill>
              </a:rPr>
              <a:t> the </a:t>
            </a:r>
            <a:r>
              <a:rPr lang="en-US" sz="4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entire array </a:t>
            </a:r>
            <a:r>
              <a:rPr lang="en-US" sz="4800" dirty="0">
                <a:solidFill>
                  <a:schemeClr val="tx1"/>
                </a:solidFill>
              </a:rPr>
              <a:t>from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start </a:t>
            </a:r>
            <a:r>
              <a:rPr lang="en-US" sz="48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US" sz="4800" dirty="0">
              <a:solidFill>
                <a:schemeClr val="tx1"/>
              </a:solidFill>
            </a:endParaRPr>
          </a:p>
          <a:p>
            <a:pPr algn="l"/>
            <a:r>
              <a:rPr lang="en-US" sz="4800" dirty="0">
                <a:solidFill>
                  <a:schemeClr val="tx1"/>
                </a:solidFill>
              </a:rPr>
              <a:t>If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4800" dirty="0">
                <a:solidFill>
                  <a:schemeClr val="tx1"/>
                </a:solidFill>
              </a:rPr>
              <a:t> are 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missing</a:t>
            </a:r>
            <a:r>
              <a:rPr lang="en-US" sz="4800" dirty="0">
                <a:solidFill>
                  <a:schemeClr val="tx1"/>
                </a:solidFill>
              </a:rPr>
              <a:t> then </a:t>
            </a:r>
            <a:r>
              <a:rPr lang="en-US" sz="4800" b="1" dirty="0">
                <a:solidFill>
                  <a:srgbClr val="92D050"/>
                </a:solidFill>
              </a:rPr>
              <a:t>returns</a:t>
            </a:r>
            <a:r>
              <a:rPr lang="en-US" sz="4800" dirty="0">
                <a:solidFill>
                  <a:schemeClr val="tx1"/>
                </a:solidFill>
              </a:rPr>
              <a:t> the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entire array </a:t>
            </a:r>
            <a:r>
              <a:rPr lang="en-US" sz="4800" dirty="0">
                <a:solidFill>
                  <a:schemeClr val="tx1"/>
                </a:solidFill>
              </a:rPr>
              <a:t>from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48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index </a:t>
            </a:r>
            <a:r>
              <a:rPr lang="en-US" sz="4800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9433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730277" y="698024"/>
            <a:ext cx="143488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Copying Array Elements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672693" y="2059068"/>
            <a:ext cx="14203136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of()</a:t>
            </a:r>
            <a:r>
              <a:rPr lang="en-US" sz="5400" dirty="0">
                <a:solidFill>
                  <a:schemeClr val="tx1"/>
                </a:solidFill>
              </a:rPr>
              <a:t>: Newly added by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ES6</a:t>
            </a:r>
            <a:r>
              <a:rPr lang="en-US" sz="5400" dirty="0">
                <a:solidFill>
                  <a:schemeClr val="tx1"/>
                </a:solidFill>
              </a:rPr>
              <a:t> , it is a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static method </a:t>
            </a:r>
            <a:r>
              <a:rPr lang="en-US" sz="5400" dirty="0">
                <a:solidFill>
                  <a:schemeClr val="tx1"/>
                </a:solidFill>
              </a:rPr>
              <a:t>and creates a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 Array instance </a:t>
            </a:r>
            <a:r>
              <a:rPr lang="en-US" sz="5400" dirty="0">
                <a:solidFill>
                  <a:schemeClr val="tx1"/>
                </a:solidFill>
              </a:rPr>
              <a:t>from the given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arguments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6826F-9563-523E-5D75-E89B8750A6C5}"/>
              </a:ext>
            </a:extLst>
          </p:cNvPr>
          <p:cNvSpPr txBox="1"/>
          <p:nvPr/>
        </p:nvSpPr>
        <p:spPr>
          <a:xfrm>
            <a:off x="1993718" y="7356036"/>
            <a:ext cx="19821918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b="1" u="sng" dirty="0">
                <a:solidFill>
                  <a:schemeClr val="accent3"/>
                </a:solidFill>
              </a:rPr>
              <a:t>Syntax:</a:t>
            </a:r>
          </a:p>
          <a:p>
            <a:pPr algn="l"/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Array.of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arg1,arg2,. . .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endParaRPr lang="en-US" sz="4800" b="1" dirty="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It accepts </a:t>
            </a:r>
            <a:r>
              <a:rPr lang="en-US" sz="4800" b="1" dirty="0">
                <a:solidFill>
                  <a:srgbClr val="92D050"/>
                </a:solidFill>
              </a:rPr>
              <a:t>any number of arguments </a:t>
            </a:r>
            <a:r>
              <a:rPr lang="en-US" sz="4800" dirty="0">
                <a:solidFill>
                  <a:schemeClr val="bg1"/>
                </a:solidFill>
              </a:rPr>
              <a:t>– either </a:t>
            </a: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arrays</a:t>
            </a:r>
            <a:r>
              <a:rPr lang="en-US" sz="4800" dirty="0">
                <a:solidFill>
                  <a:schemeClr val="bg1"/>
                </a:solidFill>
              </a:rPr>
              <a:t> or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values</a:t>
            </a:r>
            <a:r>
              <a:rPr lang="en-US" sz="4800" dirty="0">
                <a:solidFill>
                  <a:schemeClr val="bg1"/>
                </a:solidFill>
              </a:rPr>
              <a:t>.</a:t>
            </a:r>
          </a:p>
          <a:p>
            <a:pPr algn="l"/>
            <a:endParaRPr lang="en-US" sz="4800" dirty="0">
              <a:solidFill>
                <a:schemeClr val="bg1"/>
              </a:solidFill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The </a:t>
            </a:r>
            <a:r>
              <a:rPr lang="en-US" sz="4800" b="1" dirty="0">
                <a:solidFill>
                  <a:schemeClr val="accent3"/>
                </a:solidFill>
              </a:rPr>
              <a:t>result</a:t>
            </a:r>
            <a:r>
              <a:rPr lang="en-US" sz="4800" dirty="0">
                <a:solidFill>
                  <a:schemeClr val="bg1"/>
                </a:solidFill>
              </a:rPr>
              <a:t> is a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array </a:t>
            </a:r>
            <a:r>
              <a:rPr lang="en-US" sz="4800" dirty="0">
                <a:solidFill>
                  <a:schemeClr val="bg1"/>
                </a:solidFill>
              </a:rPr>
              <a:t>containing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arg1</a:t>
            </a:r>
            <a:r>
              <a:rPr lang="en-US" sz="4800" dirty="0">
                <a:solidFill>
                  <a:schemeClr val="bg1"/>
                </a:solidFill>
              </a:rPr>
              <a:t>,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arg2</a:t>
            </a:r>
            <a:r>
              <a:rPr lang="en-US" sz="4800" dirty="0">
                <a:solidFill>
                  <a:schemeClr val="bg1"/>
                </a:solidFill>
              </a:rPr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3381199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730277" y="698024"/>
            <a:ext cx="143488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Copying Array Elements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672693" y="2059068"/>
            <a:ext cx="14186807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concat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  <a:r>
              <a:rPr lang="en-US" sz="5400" dirty="0">
                <a:solidFill>
                  <a:schemeClr val="tx1"/>
                </a:solidFill>
              </a:rPr>
              <a:t>: Returns a </a:t>
            </a:r>
            <a:r>
              <a:rPr lang="en-US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new array </a:t>
            </a:r>
            <a:r>
              <a:rPr lang="en-US" sz="5400" dirty="0">
                <a:solidFill>
                  <a:schemeClr val="tx1"/>
                </a:solidFill>
              </a:rPr>
              <a:t>containing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items</a:t>
            </a:r>
            <a:r>
              <a:rPr lang="en-US" sz="5400" dirty="0">
                <a:solidFill>
                  <a:schemeClr val="tx1"/>
                </a:solidFill>
              </a:rPr>
              <a:t> of calling array </a:t>
            </a:r>
            <a:r>
              <a:rPr lang="en-US" sz="5400" b="1" dirty="0">
                <a:solidFill>
                  <a:srgbClr val="92D050"/>
                </a:solidFill>
              </a:rPr>
              <a:t>joined </a:t>
            </a:r>
            <a:r>
              <a:rPr lang="en-US" sz="5400" dirty="0">
                <a:solidFill>
                  <a:schemeClr val="tx1"/>
                </a:solidFill>
              </a:rPr>
              <a:t>with other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array(s)</a:t>
            </a:r>
            <a:r>
              <a:rPr lang="en-US" sz="5400" dirty="0">
                <a:solidFill>
                  <a:schemeClr val="tx1"/>
                </a:solidFill>
              </a:rPr>
              <a:t> and/or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value(s)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6826F-9563-523E-5D75-E89B8750A6C5}"/>
              </a:ext>
            </a:extLst>
          </p:cNvPr>
          <p:cNvSpPr txBox="1"/>
          <p:nvPr/>
        </p:nvSpPr>
        <p:spPr>
          <a:xfrm>
            <a:off x="1993718" y="7356036"/>
            <a:ext cx="19821918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b="1" u="sng" dirty="0">
                <a:solidFill>
                  <a:schemeClr val="accent3"/>
                </a:solidFill>
              </a:rPr>
              <a:t>Syntax:</a:t>
            </a:r>
          </a:p>
          <a:p>
            <a:pPr algn="l"/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arr.concat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arg1,arg2,. . .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endParaRPr lang="en-US" sz="4800" b="1" dirty="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It accepts </a:t>
            </a:r>
            <a:r>
              <a:rPr lang="en-US" sz="4800" b="1" dirty="0">
                <a:solidFill>
                  <a:srgbClr val="92D050"/>
                </a:solidFill>
              </a:rPr>
              <a:t>any number of arguments </a:t>
            </a:r>
            <a:r>
              <a:rPr lang="en-US" sz="4800" dirty="0">
                <a:solidFill>
                  <a:schemeClr val="bg1"/>
                </a:solidFill>
              </a:rPr>
              <a:t>– either </a:t>
            </a: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arrays</a:t>
            </a:r>
            <a:r>
              <a:rPr lang="en-US" sz="4800" dirty="0">
                <a:solidFill>
                  <a:schemeClr val="bg1"/>
                </a:solidFill>
              </a:rPr>
              <a:t> or </a:t>
            </a: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values</a:t>
            </a:r>
            <a:r>
              <a:rPr lang="en-US" sz="4800" dirty="0">
                <a:solidFill>
                  <a:schemeClr val="bg1"/>
                </a:solidFill>
              </a:rPr>
              <a:t>.</a:t>
            </a:r>
          </a:p>
          <a:p>
            <a:pPr algn="l"/>
            <a:endParaRPr lang="en-US" sz="4800" dirty="0">
              <a:solidFill>
                <a:schemeClr val="bg1"/>
              </a:solidFill>
            </a:endParaRPr>
          </a:p>
          <a:p>
            <a:pPr algn="l"/>
            <a:r>
              <a:rPr lang="en-US" sz="4800" dirty="0">
                <a:solidFill>
                  <a:schemeClr val="bg1"/>
                </a:solidFill>
              </a:rPr>
              <a:t>The </a:t>
            </a:r>
            <a:r>
              <a:rPr lang="en-US" sz="4800" b="1" dirty="0">
                <a:solidFill>
                  <a:schemeClr val="accent3"/>
                </a:solidFill>
              </a:rPr>
              <a:t>result</a:t>
            </a:r>
            <a:r>
              <a:rPr lang="en-US" sz="4800" dirty="0">
                <a:solidFill>
                  <a:schemeClr val="bg1"/>
                </a:solidFill>
              </a:rPr>
              <a:t> is a </a:t>
            </a:r>
            <a:r>
              <a:rPr 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array </a:t>
            </a:r>
            <a:r>
              <a:rPr lang="en-US" sz="4800" dirty="0">
                <a:solidFill>
                  <a:schemeClr val="bg1"/>
                </a:solidFill>
              </a:rPr>
              <a:t>containing </a:t>
            </a: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items</a:t>
            </a:r>
            <a:r>
              <a:rPr lang="en-US" sz="4800" dirty="0">
                <a:solidFill>
                  <a:schemeClr val="bg1"/>
                </a:solidFill>
              </a:rPr>
              <a:t> from </a:t>
            </a:r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arr</a:t>
            </a:r>
            <a:r>
              <a:rPr lang="en-US" sz="4800" dirty="0">
                <a:solidFill>
                  <a:schemeClr val="bg1"/>
                </a:solidFill>
              </a:rPr>
              <a:t>, then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arg1</a:t>
            </a:r>
            <a:r>
              <a:rPr lang="en-US" sz="4800" dirty="0">
                <a:solidFill>
                  <a:schemeClr val="bg1"/>
                </a:solidFill>
              </a:rPr>
              <a:t>, 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arg2</a:t>
            </a:r>
            <a:r>
              <a:rPr lang="en-US" sz="4800" dirty="0">
                <a:solidFill>
                  <a:schemeClr val="bg1"/>
                </a:solidFill>
              </a:rPr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278655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730277" y="698024"/>
            <a:ext cx="143488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Copying Array Elements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672693" y="2059068"/>
            <a:ext cx="14203136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fill()</a:t>
            </a:r>
            <a:r>
              <a:rPr lang="en-US" sz="5400" dirty="0">
                <a:solidFill>
                  <a:schemeClr val="tx1"/>
                </a:solidFill>
              </a:rPr>
              <a:t>: Newly added by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ES6</a:t>
            </a:r>
            <a:r>
              <a:rPr lang="en-US" sz="5400" dirty="0">
                <a:solidFill>
                  <a:schemeClr val="tx1"/>
                </a:solidFill>
              </a:rPr>
              <a:t> , this method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overwrites</a:t>
            </a:r>
            <a:r>
              <a:rPr lang="en-US" sz="5400" dirty="0">
                <a:solidFill>
                  <a:schemeClr val="tx1"/>
                </a:solidFill>
              </a:rPr>
              <a:t> existing values with a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 value </a:t>
            </a:r>
            <a:r>
              <a:rPr lang="en-US" sz="5400" dirty="0">
                <a:solidFill>
                  <a:schemeClr val="tx1"/>
                </a:solidFill>
              </a:rPr>
              <a:t>passed as </a:t>
            </a:r>
            <a:r>
              <a:rPr lang="en-US" sz="5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argument. </a:t>
            </a:r>
            <a:r>
              <a:rPr lang="en-US" sz="5400" dirty="0">
                <a:solidFill>
                  <a:schemeClr val="bg1"/>
                </a:solidFill>
              </a:rPr>
              <a:t>It also </a:t>
            </a:r>
            <a:r>
              <a:rPr lang="en-US" sz="5400" b="1" dirty="0">
                <a:solidFill>
                  <a:schemeClr val="accent3"/>
                </a:solidFill>
              </a:rPr>
              <a:t>returns</a:t>
            </a:r>
            <a:r>
              <a:rPr lang="en-US" sz="5400" dirty="0">
                <a:solidFill>
                  <a:schemeClr val="bg1"/>
                </a:solidFill>
              </a:rPr>
              <a:t> the same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modified array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36826F-9563-523E-5D75-E89B8750A6C5}"/>
              </a:ext>
            </a:extLst>
          </p:cNvPr>
          <p:cNvSpPr txBox="1"/>
          <p:nvPr/>
        </p:nvSpPr>
        <p:spPr>
          <a:xfrm>
            <a:off x="1993718" y="7356036"/>
            <a:ext cx="19821918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800" b="1" u="sng" dirty="0">
                <a:solidFill>
                  <a:schemeClr val="accent3"/>
                </a:solidFill>
              </a:rPr>
              <a:t>Syntax:</a:t>
            </a:r>
          </a:p>
          <a:p>
            <a:pPr algn="l"/>
            <a:r>
              <a:rPr lang="en-US" sz="4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arr.fill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value,[start,[end]]</a:t>
            </a:r>
            <a:r>
              <a:rPr lang="en-U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endParaRPr lang="en-US" sz="4800" b="1" dirty="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4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</a:t>
            </a:r>
            <a:r>
              <a:rPr lang="en-US" sz="4800" dirty="0">
                <a:solidFill>
                  <a:schemeClr val="bg1"/>
                </a:solidFill>
              </a:rPr>
              <a:t>: the </a:t>
            </a:r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 data </a:t>
            </a:r>
            <a:r>
              <a:rPr lang="en-US" sz="4800" dirty="0">
                <a:solidFill>
                  <a:schemeClr val="bg1"/>
                </a:solidFill>
              </a:rPr>
              <a:t>to be placed.</a:t>
            </a:r>
          </a:p>
          <a:p>
            <a:pPr algn="l"/>
            <a:r>
              <a:rPr lang="en-US" sz="4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start</a:t>
            </a:r>
            <a:r>
              <a:rPr lang="en-US" sz="4800" dirty="0">
                <a:solidFill>
                  <a:schemeClr val="bg1"/>
                </a:solidFill>
              </a:rPr>
              <a:t>: The </a:t>
            </a:r>
            <a:r>
              <a:rPr lang="en-US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starting index</a:t>
            </a:r>
          </a:p>
          <a:p>
            <a:pPr algn="l"/>
            <a:r>
              <a:rPr lang="en-US" sz="4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end</a:t>
            </a:r>
            <a:r>
              <a:rPr lang="en-US" sz="4800" dirty="0">
                <a:solidFill>
                  <a:schemeClr val="bg1"/>
                </a:solidFill>
              </a:rPr>
              <a:t>: The </a:t>
            </a:r>
            <a:r>
              <a:rPr lang="en-US" sz="4800" dirty="0">
                <a:solidFill>
                  <a:schemeClr val="accent3"/>
                </a:solidFill>
              </a:rPr>
              <a:t>end index</a:t>
            </a:r>
          </a:p>
        </p:txBody>
      </p:sp>
    </p:spTree>
    <p:extLst>
      <p:ext uri="{BB962C8B-B14F-4D97-AF65-F5344CB8AC3E}">
        <p14:creationId xmlns:p14="http://schemas.microsoft.com/office/powerpoint/2010/main" val="8752151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976065" y="698024"/>
            <a:ext cx="158572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Searching Elements In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163786" y="2059068"/>
            <a:ext cx="15381514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includes()</a:t>
            </a:r>
            <a:r>
              <a:rPr lang="en-US" sz="5400" dirty="0">
                <a:solidFill>
                  <a:schemeClr val="tx1"/>
                </a:solidFill>
              </a:rPr>
              <a:t>: Newly added </a:t>
            </a:r>
            <a:r>
              <a:rPr lang="en-US" sz="5400">
                <a:solidFill>
                  <a:schemeClr val="tx1"/>
                </a:solidFill>
              </a:rPr>
              <a:t>by </a:t>
            </a:r>
            <a:r>
              <a:rPr lang="en-US"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ES7</a:t>
            </a:r>
            <a:r>
              <a:rPr lang="en-US" sz="5400">
                <a:solidFill>
                  <a:schemeClr val="tx1"/>
                </a:solidFill>
              </a:rPr>
              <a:t> </a:t>
            </a:r>
            <a:r>
              <a:rPr lang="en-US" sz="5400" dirty="0">
                <a:solidFill>
                  <a:schemeClr val="tx1"/>
                </a:solidFill>
              </a:rPr>
              <a:t>, this method </a:t>
            </a:r>
            <a:r>
              <a:rPr lang="en-US" sz="5400" dirty="0">
                <a:solidFill>
                  <a:schemeClr val="accent3"/>
                </a:solidFill>
              </a:rPr>
              <a:t>determines</a:t>
            </a:r>
            <a:r>
              <a:rPr lang="en-US" sz="5400" dirty="0">
                <a:solidFill>
                  <a:schemeClr val="tx1"/>
                </a:solidFill>
              </a:rPr>
              <a:t> whether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includes a </a:t>
            </a:r>
            <a:r>
              <a:rPr lang="en-US" sz="5400" b="1" dirty="0">
                <a:solidFill>
                  <a:srgbClr val="FFFF00"/>
                </a:solidFill>
              </a:rPr>
              <a:t>certain value </a:t>
            </a:r>
            <a:r>
              <a:rPr lang="en-US" sz="5400" dirty="0">
                <a:solidFill>
                  <a:schemeClr val="tx1"/>
                </a:solidFill>
              </a:rPr>
              <a:t>among its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entries</a:t>
            </a:r>
            <a:r>
              <a:rPr lang="en-US" sz="5400" dirty="0">
                <a:solidFill>
                  <a:schemeClr val="tx1"/>
                </a:solidFill>
              </a:rPr>
              <a:t>, returning </a:t>
            </a:r>
            <a:r>
              <a:rPr lang="en-US" sz="5400" b="1" dirty="0">
                <a:solidFill>
                  <a:srgbClr val="92D050"/>
                </a:solidFill>
              </a:rPr>
              <a:t>true</a:t>
            </a:r>
            <a:r>
              <a:rPr lang="en-US" sz="5400" dirty="0">
                <a:solidFill>
                  <a:schemeClr val="tx1"/>
                </a:solidFill>
              </a:rPr>
              <a:t> or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false</a:t>
            </a:r>
            <a:r>
              <a:rPr lang="en-US" sz="5400" dirty="0">
                <a:solidFill>
                  <a:schemeClr val="tx1"/>
                </a:solidFill>
              </a:rPr>
              <a:t> as appropriate.</a:t>
            </a:r>
          </a:p>
        </p:txBody>
      </p: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860092" y="8725446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2003936" y="8495532"/>
            <a:ext cx="221265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indexOf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item,start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5400" dirty="0">
                <a:solidFill>
                  <a:schemeClr val="tx1"/>
                </a:solidFill>
              </a:rPr>
              <a:t>: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Returns the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index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specified item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element is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found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The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 is </a:t>
            </a:r>
            <a:r>
              <a:rPr lang="en-US" sz="5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indicates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starting index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It’s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value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629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976065" y="698024"/>
            <a:ext cx="158572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Searching Elements In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4163786" y="2059068"/>
            <a:ext cx="15381514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664149" y="4104460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1938625" y="3874546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lastIndexOf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  <a:r>
              <a:rPr lang="en-US" sz="5400" dirty="0">
                <a:solidFill>
                  <a:schemeClr val="tx1"/>
                </a:solidFill>
              </a:rPr>
              <a:t>: Returns the </a:t>
            </a: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last index </a:t>
            </a:r>
            <a:r>
              <a:rPr lang="en-US" sz="5400" dirty="0">
                <a:solidFill>
                  <a:schemeClr val="tx1"/>
                </a:solidFill>
              </a:rPr>
              <a:t>at which a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given element </a:t>
            </a:r>
            <a:r>
              <a:rPr lang="en-US" sz="5400" dirty="0">
                <a:solidFill>
                  <a:schemeClr val="tx1"/>
                </a:solidFill>
              </a:rPr>
              <a:t>can be found in the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, or </a:t>
            </a:r>
            <a:r>
              <a:rPr lang="en-US" sz="5400" dirty="0">
                <a:solidFill>
                  <a:schemeClr val="accent3"/>
                </a:solidFill>
              </a:rPr>
              <a:t>-1</a:t>
            </a:r>
            <a:r>
              <a:rPr lang="en-US" sz="5400" dirty="0">
                <a:solidFill>
                  <a:schemeClr val="tx1"/>
                </a:solidFill>
              </a:rPr>
              <a:t> if it is </a:t>
            </a:r>
            <a:r>
              <a:rPr lang="en-US" sz="5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not present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4523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961113" y="698024"/>
            <a:ext cx="1388713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Transforming An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208814" y="2059068"/>
            <a:ext cx="13275129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sort()</a:t>
            </a:r>
            <a:r>
              <a:rPr lang="en-US" sz="5400" dirty="0">
                <a:solidFill>
                  <a:schemeClr val="tx1"/>
                </a:solidFill>
              </a:rPr>
              <a:t>: Sorts the </a:t>
            </a:r>
            <a:r>
              <a:rPr lang="en-US" sz="5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elements</a:t>
            </a:r>
            <a:r>
              <a:rPr lang="en-US" sz="5400" dirty="0">
                <a:solidFill>
                  <a:schemeClr val="tx1"/>
                </a:solidFill>
              </a:rPr>
              <a:t> of an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in place and </a:t>
            </a:r>
            <a:r>
              <a:rPr lang="en-US" sz="5400" dirty="0">
                <a:solidFill>
                  <a:srgbClr val="92D050"/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dirty="0">
                <a:solidFill>
                  <a:schemeClr val="accent3"/>
                </a:solidFill>
              </a:rPr>
              <a:t>reference</a:t>
            </a:r>
            <a:r>
              <a:rPr lang="en-US" sz="5400" dirty="0">
                <a:solidFill>
                  <a:schemeClr val="tx1"/>
                </a:solidFill>
              </a:rPr>
              <a:t> to the same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, which is now </a:t>
            </a:r>
            <a:r>
              <a:rPr lang="en-US" sz="5400" dirty="0">
                <a:solidFill>
                  <a:srgbClr val="FFC000"/>
                </a:solidFill>
              </a:rPr>
              <a:t>sorted</a:t>
            </a:r>
            <a:r>
              <a:rPr lang="en-US" sz="54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dirty="0">
                <a:solidFill>
                  <a:schemeClr val="tx1"/>
                </a:solidFill>
              </a:rPr>
              <a:t>The </a:t>
            </a:r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default sort order </a:t>
            </a:r>
            <a:r>
              <a:rPr lang="en-US" sz="5400" dirty="0">
                <a:solidFill>
                  <a:schemeClr val="tx1"/>
                </a:solidFill>
              </a:rPr>
              <a:t>is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ascending</a:t>
            </a:r>
            <a:r>
              <a:rPr lang="en-US" sz="5400" dirty="0">
                <a:solidFill>
                  <a:schemeClr val="tx1"/>
                </a:solidFill>
              </a:rPr>
              <a:t>, built upon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converting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elements</a:t>
            </a:r>
            <a:r>
              <a:rPr lang="en-US" sz="5400" dirty="0">
                <a:solidFill>
                  <a:schemeClr val="tx1"/>
                </a:solidFill>
              </a:rPr>
              <a:t> into </a:t>
            </a:r>
            <a:r>
              <a:rPr lang="en-US" sz="5400" dirty="0">
                <a:solidFill>
                  <a:schemeClr val="accent3"/>
                </a:solidFill>
              </a:rPr>
              <a:t>strings</a:t>
            </a:r>
            <a:r>
              <a:rPr lang="en-US" sz="5400" dirty="0">
                <a:solidFill>
                  <a:schemeClr val="tx1"/>
                </a:solidFill>
              </a:rPr>
              <a:t>, then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comparing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860092" y="10153523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2134568" y="9923609"/>
            <a:ext cx="221265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reverse()</a:t>
            </a:r>
            <a:r>
              <a:rPr lang="en-US" sz="5400" dirty="0">
                <a:solidFill>
                  <a:schemeClr val="tx1"/>
                </a:solidFill>
              </a:rPr>
              <a:t>: reverses an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in place and </a:t>
            </a:r>
            <a:r>
              <a:rPr lang="en-US" sz="5400" dirty="0">
                <a:solidFill>
                  <a:srgbClr val="92D050"/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dirty="0">
                <a:solidFill>
                  <a:schemeClr val="accent3"/>
                </a:solidFill>
              </a:rPr>
              <a:t>reference</a:t>
            </a:r>
            <a:r>
              <a:rPr lang="en-US" sz="5400" dirty="0">
                <a:solidFill>
                  <a:schemeClr val="tx1"/>
                </a:solidFill>
              </a:rPr>
              <a:t> to the </a:t>
            </a:r>
            <a:r>
              <a:rPr lang="en-US" sz="5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same array</a:t>
            </a:r>
            <a:r>
              <a:rPr lang="en-US" sz="5400" dirty="0">
                <a:solidFill>
                  <a:schemeClr val="tx1"/>
                </a:solidFill>
              </a:rPr>
              <a:t>, the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first array element</a:t>
            </a:r>
            <a:r>
              <a:rPr lang="en-US" sz="5400" dirty="0">
                <a:solidFill>
                  <a:schemeClr val="tx1"/>
                </a:solidFill>
              </a:rPr>
              <a:t> now becoming the </a:t>
            </a: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last</a:t>
            </a:r>
            <a:r>
              <a:rPr lang="en-US" sz="5400" dirty="0">
                <a:solidFill>
                  <a:schemeClr val="tx1"/>
                </a:solidFill>
              </a:rPr>
              <a:t>, and the </a:t>
            </a: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last</a:t>
            </a:r>
            <a:r>
              <a:rPr lang="en-US" sz="5400" dirty="0">
                <a:solidFill>
                  <a:schemeClr val="tx1"/>
                </a:solidFill>
              </a:rPr>
              <a:t> array element becoming the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first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8781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961113" y="698024"/>
            <a:ext cx="1388713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For Transforming An Array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208814" y="2059068"/>
            <a:ext cx="13275129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Donut 17"/>
          <p:cNvSpPr/>
          <p:nvPr/>
        </p:nvSpPr>
        <p:spPr>
          <a:xfrm flipH="1" flipV="1">
            <a:off x="860092" y="3772445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44068" y="3703865"/>
            <a:ext cx="221265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join([symbol])</a:t>
            </a:r>
            <a:r>
              <a:rPr lang="en-US" sz="5400" dirty="0">
                <a:solidFill>
                  <a:schemeClr val="tx1"/>
                </a:solidFill>
              </a:rPr>
              <a:t>: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creates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dirty="0">
                <a:solidFill>
                  <a:srgbClr val="92D050"/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new string </a:t>
            </a:r>
            <a:r>
              <a:rPr lang="en-US" sz="5400" dirty="0">
                <a:solidFill>
                  <a:schemeClr val="tx1"/>
                </a:solidFill>
              </a:rPr>
              <a:t>by </a:t>
            </a: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concatenating</a:t>
            </a:r>
            <a:r>
              <a:rPr lang="en-US" sz="5400" dirty="0">
                <a:solidFill>
                  <a:schemeClr val="tx1"/>
                </a:solidFill>
              </a:rPr>
              <a:t> all of the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elements</a:t>
            </a:r>
            <a:r>
              <a:rPr lang="en-US" sz="5400" dirty="0">
                <a:solidFill>
                  <a:schemeClr val="tx1"/>
                </a:solidFill>
              </a:rPr>
              <a:t> of the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, separated by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commas</a:t>
            </a:r>
            <a:r>
              <a:rPr lang="en-US" sz="5400" dirty="0">
                <a:solidFill>
                  <a:schemeClr val="tx1"/>
                </a:solidFill>
              </a:rPr>
              <a:t> or a </a:t>
            </a:r>
            <a:r>
              <a:rPr lang="en-US" sz="5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specified separator string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Donut 17">
            <a:extLst>
              <a:ext uri="{FF2B5EF4-FFF2-40B4-BE49-F238E27FC236}">
                <a16:creationId xmlns:a16="http://schemas.microsoft.com/office/drawing/2014/main" id="{055FB9EA-58FC-1E60-FB5B-DEA5CABB8B9E}"/>
              </a:ext>
            </a:extLst>
          </p:cNvPr>
          <p:cNvSpPr/>
          <p:nvPr/>
        </p:nvSpPr>
        <p:spPr>
          <a:xfrm flipH="1" flipV="1">
            <a:off x="860092" y="9280617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F065D5-C1AA-ACCA-B734-79E46C37D735}"/>
              </a:ext>
            </a:extLst>
          </p:cNvPr>
          <p:cNvSpPr/>
          <p:nvPr/>
        </p:nvSpPr>
        <p:spPr>
          <a:xfrm>
            <a:off x="1944068" y="9212037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toString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  <a:r>
              <a:rPr lang="en-US" sz="5400" dirty="0">
                <a:solidFill>
                  <a:schemeClr val="tx1"/>
                </a:solidFill>
              </a:rPr>
              <a:t>: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creates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dirty="0">
                <a:solidFill>
                  <a:srgbClr val="92D050"/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new string </a:t>
            </a:r>
            <a:r>
              <a:rPr lang="en-US" sz="5400" dirty="0">
                <a:solidFill>
                  <a:schemeClr val="tx1"/>
                </a:solidFill>
              </a:rPr>
              <a:t>by </a:t>
            </a:r>
            <a:r>
              <a:rPr lang="en-US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concatenating</a:t>
            </a:r>
            <a:r>
              <a:rPr lang="en-US" sz="5400" dirty="0">
                <a:solidFill>
                  <a:schemeClr val="tx1"/>
                </a:solidFill>
              </a:rPr>
              <a:t> all of the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elements</a:t>
            </a:r>
            <a:r>
              <a:rPr lang="en-US" sz="5400" dirty="0">
                <a:solidFill>
                  <a:schemeClr val="tx1"/>
                </a:solidFill>
              </a:rPr>
              <a:t> of the </a:t>
            </a: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array</a:t>
            </a:r>
            <a:r>
              <a:rPr lang="en-US" sz="5400" dirty="0">
                <a:solidFill>
                  <a:schemeClr val="tx1"/>
                </a:solidFill>
              </a:rPr>
              <a:t> , separated by 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commas.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79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803496" y="698024"/>
            <a:ext cx="122023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Method Added By ES2022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803496" y="2059068"/>
            <a:ext cx="12202379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664149" y="4104460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1938625" y="3874546"/>
            <a:ext cx="221265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at(index)</a:t>
            </a:r>
            <a:r>
              <a:rPr lang="en-US" sz="5400" dirty="0">
                <a:solidFill>
                  <a:schemeClr val="tx1"/>
                </a:solidFill>
              </a:rPr>
              <a:t>: Takes an </a:t>
            </a:r>
            <a:r>
              <a:rPr lang="en-US" sz="5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integer value </a:t>
            </a:r>
            <a:r>
              <a:rPr lang="en-US" sz="5400" dirty="0">
                <a:solidFill>
                  <a:schemeClr val="tx1"/>
                </a:solidFill>
              </a:rPr>
              <a:t>and </a:t>
            </a:r>
            <a:r>
              <a:rPr lang="en-US" sz="5400" dirty="0">
                <a:solidFill>
                  <a:srgbClr val="92D050"/>
                </a:solidFill>
              </a:rPr>
              <a:t>returns</a:t>
            </a:r>
            <a:r>
              <a:rPr lang="en-US" sz="5400" dirty="0">
                <a:solidFill>
                  <a:schemeClr val="tx1"/>
                </a:solidFill>
              </a:rPr>
              <a:t> the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item</a:t>
            </a:r>
            <a:r>
              <a:rPr lang="en-US" sz="5400" dirty="0">
                <a:solidFill>
                  <a:schemeClr val="tx1"/>
                </a:solidFill>
              </a:rPr>
              <a:t> at that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index</a:t>
            </a:r>
            <a:r>
              <a:rPr lang="en-US" sz="5400" dirty="0">
                <a:solidFill>
                  <a:schemeClr val="tx1"/>
                </a:solidFill>
              </a:rPr>
              <a:t>, allowing for </a:t>
            </a:r>
            <a:r>
              <a:rPr lang="en-US" sz="5400" dirty="0">
                <a:solidFill>
                  <a:srgbClr val="00B0F0"/>
                </a:solidFill>
              </a:rPr>
              <a:t>positive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dirty="0">
                <a:solidFill>
                  <a:srgbClr val="00B0F0"/>
                </a:solidFill>
              </a:rPr>
              <a:t>negative </a:t>
            </a:r>
            <a:r>
              <a:rPr lang="en-US" sz="5400" dirty="0">
                <a:solidFill>
                  <a:schemeClr val="tx1"/>
                </a:solidFill>
              </a:rPr>
              <a:t>indexing. </a:t>
            </a:r>
          </a:p>
        </p:txBody>
      </p:sp>
    </p:spTree>
    <p:extLst>
      <p:ext uri="{BB962C8B-B14F-4D97-AF65-F5344CB8AC3E}">
        <p14:creationId xmlns:p14="http://schemas.microsoft.com/office/powerpoint/2010/main" val="642563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804297" y="698024"/>
            <a:ext cx="1220077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Method Added By ES2023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5803496" y="2059068"/>
            <a:ext cx="12202379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Donut 17">
            <a:extLst>
              <a:ext uri="{FF2B5EF4-FFF2-40B4-BE49-F238E27FC236}">
                <a16:creationId xmlns:a16="http://schemas.microsoft.com/office/drawing/2014/main" id="{5E8158EB-8164-2AF2-008F-32BD5547D544}"/>
              </a:ext>
            </a:extLst>
          </p:cNvPr>
          <p:cNvSpPr/>
          <p:nvPr/>
        </p:nvSpPr>
        <p:spPr>
          <a:xfrm flipH="1" flipV="1">
            <a:off x="664149" y="4104460"/>
            <a:ext cx="685800" cy="895337"/>
          </a:xfrm>
          <a:prstGeom prst="donut">
            <a:avLst/>
          </a:prstGeom>
          <a:noFill/>
          <a:ln w="12700" cap="flat">
            <a:solidFill>
              <a:srgbClr val="FFC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1938625" y="3874546"/>
            <a:ext cx="22126544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with(</a:t>
            </a:r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index,value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5400" dirty="0">
                <a:solidFill>
                  <a:schemeClr val="tx1"/>
                </a:solidFill>
              </a:rPr>
              <a:t>: Overwrites the value at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given index </a:t>
            </a:r>
            <a:r>
              <a:rPr lang="en-US" sz="5400" dirty="0">
                <a:solidFill>
                  <a:schemeClr val="tx1"/>
                </a:solidFill>
              </a:rPr>
              <a:t>with the </a:t>
            </a:r>
            <a:r>
              <a:rPr lang="en-US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given new value</a:t>
            </a:r>
            <a:r>
              <a:rPr lang="en-US" sz="5400" dirty="0">
                <a:solidFill>
                  <a:schemeClr val="tx1"/>
                </a:solidFill>
              </a:rPr>
              <a:t>. Does </a:t>
            </a:r>
            <a:r>
              <a:rPr lang="en-US" sz="5400" b="1" dirty="0">
                <a:solidFill>
                  <a:srgbClr val="92D050"/>
                </a:solidFill>
              </a:rPr>
              <a:t>not change </a:t>
            </a:r>
            <a:r>
              <a:rPr lang="en-US" sz="5400" dirty="0">
                <a:solidFill>
                  <a:schemeClr val="tx1"/>
                </a:solidFill>
              </a:rPr>
              <a:t>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original array </a:t>
            </a:r>
            <a:r>
              <a:rPr lang="en-US" sz="5400" dirty="0">
                <a:solidFill>
                  <a:schemeClr val="tx1"/>
                </a:solidFill>
              </a:rPr>
              <a:t>but returns the </a:t>
            </a:r>
            <a:r>
              <a:rPr 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new modified array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dirty="0">
                <a:solidFill>
                  <a:schemeClr val="tx1"/>
                </a:solidFill>
              </a:rPr>
              <a:t>Takes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parameters </a:t>
            </a:r>
            <a:r>
              <a:rPr lang="en-US" sz="5400" dirty="0">
                <a:solidFill>
                  <a:schemeClr val="tx1"/>
                </a:solidFill>
              </a:rPr>
              <a:t>: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index</a:t>
            </a:r>
            <a:r>
              <a:rPr lang="en-US" sz="5400" dirty="0">
                <a:solidFill>
                  <a:schemeClr val="tx1"/>
                </a:solidFill>
              </a:rPr>
              <a:t> and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value</a:t>
            </a:r>
            <a:r>
              <a:rPr lang="en-US" sz="5400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index</a:t>
            </a:r>
            <a:r>
              <a:rPr lang="en-US" sz="5400" dirty="0">
                <a:solidFill>
                  <a:schemeClr val="tx1"/>
                </a:solidFill>
              </a:rPr>
              <a:t>: Represents the </a:t>
            </a:r>
            <a:r>
              <a:rPr lang="en-US" sz="5400" b="1" dirty="0">
                <a:solidFill>
                  <a:srgbClr val="92D050"/>
                </a:solidFill>
              </a:rPr>
              <a:t>index number </a:t>
            </a:r>
            <a:r>
              <a:rPr lang="en-US" sz="5400" dirty="0">
                <a:solidFill>
                  <a:schemeClr val="tx1"/>
                </a:solidFill>
              </a:rPr>
              <a:t>whose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</a:t>
            </a:r>
            <a:r>
              <a:rPr lang="en-US" sz="5400" dirty="0">
                <a:solidFill>
                  <a:schemeClr val="tx1"/>
                </a:solidFill>
              </a:rPr>
              <a:t> is to be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replaced</a:t>
            </a:r>
            <a:r>
              <a:rPr lang="en-US" sz="5400" dirty="0">
                <a:solidFill>
                  <a:schemeClr val="tx1"/>
                </a:solidFill>
              </a:rPr>
              <a:t>. Has to be a </a:t>
            </a:r>
            <a:r>
              <a:rPr lang="en-US" sz="5400" b="1" u="sng" dirty="0">
                <a:solidFill>
                  <a:srgbClr val="FFC000"/>
                </a:solidFill>
              </a:rPr>
              <a:t>valid index </a:t>
            </a:r>
            <a:r>
              <a:rPr lang="en-US" sz="5400" dirty="0">
                <a:solidFill>
                  <a:schemeClr val="tx1"/>
                </a:solidFill>
              </a:rPr>
              <a:t>otherwise an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exception</a:t>
            </a:r>
            <a:r>
              <a:rPr lang="en-US" sz="5400" dirty="0">
                <a:solidFill>
                  <a:schemeClr val="tx1"/>
                </a:solidFill>
              </a:rPr>
              <a:t> called </a:t>
            </a:r>
            <a:r>
              <a:rPr lang="en-US" sz="5400" b="1" u="sng" dirty="0" err="1">
                <a:solidFill>
                  <a:schemeClr val="accent3"/>
                </a:solidFill>
              </a:rPr>
              <a:t>RangeError</a:t>
            </a:r>
            <a:r>
              <a:rPr lang="en-US" sz="5400" dirty="0">
                <a:solidFill>
                  <a:schemeClr val="tx1"/>
                </a:solidFill>
              </a:rPr>
              <a:t> will occur.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value</a:t>
            </a:r>
            <a:r>
              <a:rPr lang="en-US" sz="5400" dirty="0">
                <a:solidFill>
                  <a:schemeClr val="tx1"/>
                </a:solidFill>
              </a:rPr>
              <a:t>: The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value </a:t>
            </a:r>
            <a:r>
              <a:rPr lang="en-US" sz="5400" dirty="0">
                <a:solidFill>
                  <a:schemeClr val="tx1"/>
                </a:solidFill>
              </a:rPr>
              <a:t>to be stored</a:t>
            </a:r>
          </a:p>
        </p:txBody>
      </p:sp>
    </p:spTree>
    <p:extLst>
      <p:ext uri="{BB962C8B-B14F-4D97-AF65-F5344CB8AC3E}">
        <p14:creationId xmlns:p14="http://schemas.microsoft.com/office/powerpoint/2010/main" val="1854975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766650" y="698024"/>
            <a:ext cx="627607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Note </a:t>
            </a:r>
            <a:endParaRPr lang="en-IN" sz="66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8915400" y="2059068"/>
            <a:ext cx="5796643" cy="0"/>
          </a:xfrm>
          <a:prstGeom prst="line">
            <a:avLst/>
          </a:prstGeom>
          <a:noFill/>
          <a:ln w="101600" cap="flat">
            <a:solidFill>
              <a:schemeClr val="bg1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13F0CCA-15D7-A8A7-6C0F-3A5C206B1071}"/>
              </a:ext>
            </a:extLst>
          </p:cNvPr>
          <p:cNvSpPr/>
          <p:nvPr/>
        </p:nvSpPr>
        <p:spPr>
          <a:xfrm>
            <a:off x="1938625" y="3874546"/>
            <a:ext cx="22126544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dirty="0">
                <a:solidFill>
                  <a:schemeClr val="tx1"/>
                </a:solidFill>
              </a:rPr>
              <a:t>There are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some more methods </a:t>
            </a:r>
            <a:r>
              <a:rPr lang="en-US" sz="5400" dirty="0">
                <a:solidFill>
                  <a:schemeClr val="tx1"/>
                </a:solidFill>
              </a:rPr>
              <a:t>to work with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arrays</a:t>
            </a:r>
            <a:r>
              <a:rPr lang="en-US" sz="5400" dirty="0">
                <a:solidFill>
                  <a:schemeClr val="tx1"/>
                </a:solidFill>
              </a:rPr>
              <a:t> like 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forEach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</a:p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map()</a:t>
            </a:r>
          </a:p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reduce()</a:t>
            </a:r>
          </a:p>
          <a:p>
            <a:pPr algn="l"/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filter()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  <a:p>
            <a:pPr algn="l"/>
            <a:r>
              <a:rPr lang="en-US" sz="5400" dirty="0">
                <a:solidFill>
                  <a:schemeClr val="tx1"/>
                </a:solidFill>
              </a:rPr>
              <a:t>We will </a:t>
            </a:r>
            <a:r>
              <a:rPr 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discuss them </a:t>
            </a:r>
            <a:r>
              <a:rPr lang="en-US" sz="5400" dirty="0">
                <a:solidFill>
                  <a:schemeClr val="tx1"/>
                </a:solidFill>
              </a:rPr>
              <a:t>after we </a:t>
            </a: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understand</a:t>
            </a:r>
            <a:r>
              <a:rPr lang="en-US" sz="5400" dirty="0">
                <a:solidFill>
                  <a:schemeClr val="tx1"/>
                </a:solidFill>
              </a:rPr>
              <a:t> a </a:t>
            </a:r>
            <a:r>
              <a:rPr lang="en-US" sz="5400" b="1" dirty="0">
                <a:solidFill>
                  <a:srgbClr val="92D050"/>
                </a:solidFill>
              </a:rPr>
              <a:t>very important concept </a:t>
            </a:r>
            <a:r>
              <a:rPr lang="en-US" sz="5400" dirty="0">
                <a:solidFill>
                  <a:schemeClr val="tx1"/>
                </a:solidFill>
              </a:rPr>
              <a:t>in </a:t>
            </a:r>
            <a:r>
              <a:rPr lang="en-US" sz="5400" b="1" dirty="0">
                <a:solidFill>
                  <a:srgbClr val="FFC000"/>
                </a:solidFill>
              </a:rPr>
              <a:t>JS</a:t>
            </a:r>
            <a:r>
              <a:rPr lang="en-US" sz="5400" dirty="0">
                <a:solidFill>
                  <a:schemeClr val="tx1"/>
                </a:solidFill>
              </a:rPr>
              <a:t> called as </a:t>
            </a:r>
            <a:r>
              <a:rPr lang="en-US" sz="54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CALLBACK</a:t>
            </a:r>
          </a:p>
        </p:txBody>
      </p:sp>
    </p:spTree>
    <p:extLst>
      <p:ext uri="{BB962C8B-B14F-4D97-AF65-F5344CB8AC3E}">
        <p14:creationId xmlns:p14="http://schemas.microsoft.com/office/powerpoint/2010/main" val="17107934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59824" y="1565173"/>
            <a:ext cx="69813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1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5486400"/>
            <a:ext cx="1873404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code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accept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names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5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them in an </a:t>
            </a:r>
            <a:r>
              <a:rPr lang="en-US" sz="54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Now ask the 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input </a:t>
            </a:r>
            <a:r>
              <a:rPr lang="en-US" sz="5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 name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the 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occurrences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this name in the given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using the array method </a:t>
            </a:r>
            <a:r>
              <a:rPr lang="en-US" sz="54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indexOf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In case the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name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found at all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print the message </a:t>
            </a: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not found</a:t>
            </a:r>
            <a:endParaRPr lang="en-IN" sz="5400" dirty="0">
              <a:solidFill>
                <a:srgbClr val="FFFF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7770080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59824" y="1407296"/>
            <a:ext cx="69813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2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5486400"/>
            <a:ext cx="187340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code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accept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en-US" sz="5400" b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 Now ask the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enter </a:t>
            </a:r>
            <a:r>
              <a:rPr lang="en-US" sz="5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 no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it’s 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occurrences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the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IN" sz="5400" dirty="0">
              <a:solidFill>
                <a:srgbClr val="FFFF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59824" y="1418704"/>
            <a:ext cx="692369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3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5486400"/>
            <a:ext cx="187340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code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54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the </a:t>
            </a:r>
            <a:r>
              <a:rPr lang="en-US" sz="5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duplicate elements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an </a:t>
            </a: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IN" sz="5400" dirty="0">
              <a:solidFill>
                <a:srgbClr val="FFFF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359824" y="1476088"/>
            <a:ext cx="69813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4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5129312"/>
            <a:ext cx="1873404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 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program 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remove </a:t>
            </a:r>
            <a:r>
              <a:rPr 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undefined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''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given </a:t>
            </a: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lvl="0" indent="0">
              <a:buNone/>
            </a:pP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400" b="1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Data:</a:t>
            </a:r>
          </a:p>
          <a:p>
            <a:pPr marL="0" lvl="0" indent="0">
              <a:buNone/>
            </a:pP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Input: Array: </a:t>
            </a:r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44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NaN</a:t>
            </a:r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0, 15, false, -22, '',undefined, 47, null,94]</a:t>
            </a:r>
          </a:p>
          <a:p>
            <a:pPr marL="0" lvl="0" indent="0">
              <a:buNone/>
            </a:pP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 </a:t>
            </a:r>
            <a:r>
              <a:rPr lang="en-US" sz="44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[15, -22, 47, 94]</a:t>
            </a:r>
            <a:endParaRPr lang="en-IN" sz="4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7480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8209126" y="1565173"/>
            <a:ext cx="69813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72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5</a:t>
            </a:r>
            <a:endParaRPr lang="en-IN" sz="7200" dirty="0">
              <a:solidFill>
                <a:schemeClr val="accent3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510522" y="2832410"/>
            <a:ext cx="6680002" cy="1588"/>
          </a:xfrm>
          <a:prstGeom prst="line">
            <a:avLst/>
          </a:prstGeom>
          <a:noFill/>
          <a:ln w="101600" cap="flat">
            <a:solidFill>
              <a:schemeClr val="accent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/>
          <p:cNvSpPr/>
          <p:nvPr/>
        </p:nvSpPr>
        <p:spPr>
          <a:xfrm>
            <a:off x="2542479" y="4873311"/>
            <a:ext cx="1873404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l">
              <a:buNone/>
            </a:pPr>
            <a:r>
              <a:rPr 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code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array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40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positive integers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into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parts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element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goes to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part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element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goes to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part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element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goes to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part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 on. Now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parts 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store into an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it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lvl="0" indent="0">
              <a:buNone/>
            </a:pPr>
            <a:endParaRPr 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000" b="1" u="sng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Data:</a:t>
            </a:r>
          </a:p>
          <a:p>
            <a:pPr marL="0" lvl="0" indent="0">
              <a:buNone/>
            </a:pPr>
            <a:endParaRPr 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Input: Array: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[1,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6,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5,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</a:t>
            </a:r>
          </a:p>
          <a:p>
            <a:pPr marL="0" lvl="0" indent="0">
              <a:buNone/>
            </a:pPr>
            <a:endParaRPr 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[12, 15]</a:t>
            </a:r>
            <a:endParaRPr lang="en-IN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8741" y="4817327"/>
            <a:ext cx="20094497" cy="6133171"/>
          </a:xfrm>
          <a:prstGeom prst="roundRect">
            <a:avLst/>
          </a:prstGeom>
          <a:noFill/>
          <a:ln w="381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772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1205</Words>
  <Application>Microsoft Office PowerPoint</Application>
  <PresentationFormat>Custom</PresentationFormat>
  <Paragraphs>115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Consolas</vt:lpstr>
      <vt:lpstr>Corbel</vt:lpstr>
      <vt:lpstr>Helvetica Light</vt:lpstr>
      <vt:lpstr>Helvetica Neue</vt:lpstr>
      <vt:lpstr>Lato Bold</vt:lpstr>
      <vt:lpstr>Lato Light</vt:lpstr>
      <vt:lpstr>Lato Regular</vt:lpstr>
      <vt:lpstr>SignPainter-HouseScript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Comp08</dc:creator>
  <cp:lastModifiedBy>Sharma Computer Academy</cp:lastModifiedBy>
  <cp:revision>163</cp:revision>
  <dcterms:modified xsi:type="dcterms:W3CDTF">2023-09-22T06:20:24Z</dcterms:modified>
</cp:coreProperties>
</file>